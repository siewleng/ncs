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ew Leng Lim" userId="f7adec9655d97acf" providerId="LiveId" clId="{B576A138-484C-4E9C-AD2B-6F334B3DDA18}"/>
    <pc:docChg chg="undo custSel addSld delSld modSld sldOrd">
      <pc:chgData name="Siew Leng Lim" userId="f7adec9655d97acf" providerId="LiveId" clId="{B576A138-484C-4E9C-AD2B-6F334B3DDA18}" dt="2026-06-04T04:10:57.244" v="488" actId="1076"/>
      <pc:docMkLst>
        <pc:docMk/>
      </pc:docMkLst>
      <pc:sldChg chg="addSp modSp add mod">
        <pc:chgData name="Siew Leng Lim" userId="f7adec9655d97acf" providerId="LiveId" clId="{B576A138-484C-4E9C-AD2B-6F334B3DDA18}" dt="2026-06-04T04:03:03.234" v="292" actId="207"/>
        <pc:sldMkLst>
          <pc:docMk/>
          <pc:sldMk cId="2169529718" sldId="257"/>
        </pc:sldMkLst>
        <pc:spChg chg="add mod">
          <ac:chgData name="Siew Leng Lim" userId="f7adec9655d97acf" providerId="LiveId" clId="{B576A138-484C-4E9C-AD2B-6F334B3DDA18}" dt="2026-06-04T03:50:14.015" v="87" actId="1076"/>
          <ac:spMkLst>
            <pc:docMk/>
            <pc:sldMk cId="2169529718" sldId="257"/>
            <ac:spMk id="2" creationId="{8F3972DB-0414-4C34-B43C-CB7FAFC9F1C4}"/>
          </ac:spMkLst>
        </pc:spChg>
        <pc:spChg chg="add mod">
          <ac:chgData name="Siew Leng Lim" userId="f7adec9655d97acf" providerId="LiveId" clId="{B576A138-484C-4E9C-AD2B-6F334B3DDA18}" dt="2026-06-04T04:03:03.234" v="292" actId="207"/>
          <ac:spMkLst>
            <pc:docMk/>
            <pc:sldMk cId="2169529718" sldId="257"/>
            <ac:spMk id="3" creationId="{2BB55478-C051-4077-8505-F8E34B43BAF0}"/>
          </ac:spMkLst>
        </pc:spChg>
        <pc:spChg chg="add mod">
          <ac:chgData name="Siew Leng Lim" userId="f7adec9655d97acf" providerId="LiveId" clId="{B576A138-484C-4E9C-AD2B-6F334B3DDA18}" dt="2026-06-04T03:49:56.193" v="83" actId="113"/>
          <ac:spMkLst>
            <pc:docMk/>
            <pc:sldMk cId="2169529718" sldId="257"/>
            <ac:spMk id="4" creationId="{9D2FD476-1939-4213-A500-FC3C1580402E}"/>
          </ac:spMkLst>
        </pc:spChg>
      </pc:sldChg>
      <pc:sldChg chg="new del">
        <pc:chgData name="Siew Leng Lim" userId="f7adec9655d97acf" providerId="LiveId" clId="{B576A138-484C-4E9C-AD2B-6F334B3DDA18}" dt="2026-06-04T03:47:09.320" v="1" actId="47"/>
        <pc:sldMkLst>
          <pc:docMk/>
          <pc:sldMk cId="3790685338" sldId="257"/>
        </pc:sldMkLst>
      </pc:sldChg>
      <pc:sldChg chg="addSp delSp modSp add mod">
        <pc:chgData name="Siew Leng Lim" userId="f7adec9655d97acf" providerId="LiveId" clId="{B576A138-484C-4E9C-AD2B-6F334B3DDA18}" dt="2026-06-04T04:03:08.258" v="293" actId="207"/>
        <pc:sldMkLst>
          <pc:docMk/>
          <pc:sldMk cId="1426820849" sldId="258"/>
        </pc:sldMkLst>
        <pc:spChg chg="mod">
          <ac:chgData name="Siew Leng Lim" userId="f7adec9655d97acf" providerId="LiveId" clId="{B576A138-484C-4E9C-AD2B-6F334B3DDA18}" dt="2026-06-04T03:50:26.888" v="89" actId="1076"/>
          <ac:spMkLst>
            <pc:docMk/>
            <pc:sldMk cId="1426820849" sldId="258"/>
            <ac:spMk id="2" creationId="{8F3972DB-0414-4C34-B43C-CB7FAFC9F1C4}"/>
          </ac:spMkLst>
        </pc:spChg>
        <pc:spChg chg="mod">
          <ac:chgData name="Siew Leng Lim" userId="f7adec9655d97acf" providerId="LiveId" clId="{B576A138-484C-4E9C-AD2B-6F334B3DDA18}" dt="2026-06-04T03:50:49.383" v="99" actId="1076"/>
          <ac:spMkLst>
            <pc:docMk/>
            <pc:sldMk cId="1426820849" sldId="258"/>
            <ac:spMk id="3" creationId="{2BB55478-C051-4077-8505-F8E34B43BAF0}"/>
          </ac:spMkLst>
        </pc:spChg>
        <pc:spChg chg="mod">
          <ac:chgData name="Siew Leng Lim" userId="f7adec9655d97acf" providerId="LiveId" clId="{B576A138-484C-4E9C-AD2B-6F334B3DDA18}" dt="2026-06-04T03:50:45.841" v="97" actId="14100"/>
          <ac:spMkLst>
            <pc:docMk/>
            <pc:sldMk cId="1426820849" sldId="258"/>
            <ac:spMk id="4" creationId="{9D2FD476-1939-4213-A500-FC3C1580402E}"/>
          </ac:spMkLst>
        </pc:spChg>
        <pc:spChg chg="add del mod">
          <ac:chgData name="Siew Leng Lim" userId="f7adec9655d97acf" providerId="LiveId" clId="{B576A138-484C-4E9C-AD2B-6F334B3DDA18}" dt="2026-06-04T03:51:40.153" v="114" actId="478"/>
          <ac:spMkLst>
            <pc:docMk/>
            <pc:sldMk cId="1426820849" sldId="258"/>
            <ac:spMk id="5" creationId="{440C2CA1-C721-40A8-8BDF-5AD81D832B1A}"/>
          </ac:spMkLst>
        </pc:spChg>
        <pc:spChg chg="add mod">
          <ac:chgData name="Siew Leng Lim" userId="f7adec9655d97acf" providerId="LiveId" clId="{B576A138-484C-4E9C-AD2B-6F334B3DDA18}" dt="2026-06-04T03:50:36.882" v="93" actId="20577"/>
          <ac:spMkLst>
            <pc:docMk/>
            <pc:sldMk cId="1426820849" sldId="258"/>
            <ac:spMk id="6" creationId="{BEB319D5-9CEE-42F3-A1F8-948BB56192CC}"/>
          </ac:spMkLst>
        </pc:spChg>
        <pc:spChg chg="add mod">
          <ac:chgData name="Siew Leng Lim" userId="f7adec9655d97acf" providerId="LiveId" clId="{B576A138-484C-4E9C-AD2B-6F334B3DDA18}" dt="2026-06-04T04:03:08.258" v="293" actId="207"/>
          <ac:spMkLst>
            <pc:docMk/>
            <pc:sldMk cId="1426820849" sldId="258"/>
            <ac:spMk id="8" creationId="{DED575CC-89B1-41A2-9503-5315213AD225}"/>
          </ac:spMkLst>
        </pc:spChg>
      </pc:sldChg>
      <pc:sldChg chg="addSp modSp add mod">
        <pc:chgData name="Siew Leng Lim" userId="f7adec9655d97acf" providerId="LiveId" clId="{B576A138-484C-4E9C-AD2B-6F334B3DDA18}" dt="2026-06-04T04:10:39.595" v="481" actId="1076"/>
        <pc:sldMkLst>
          <pc:docMk/>
          <pc:sldMk cId="935429746" sldId="259"/>
        </pc:sldMkLst>
        <pc:spChg chg="add mod">
          <ac:chgData name="Siew Leng Lim" userId="f7adec9655d97acf" providerId="LiveId" clId="{B576A138-484C-4E9C-AD2B-6F334B3DDA18}" dt="2026-06-04T04:10:39.595" v="481" actId="1076"/>
          <ac:spMkLst>
            <pc:docMk/>
            <pc:sldMk cId="935429746" sldId="259"/>
            <ac:spMk id="5" creationId="{464A1FF5-0015-4925-A531-5538FF350FC7}"/>
          </ac:spMkLst>
        </pc:spChg>
        <pc:spChg chg="mod">
          <ac:chgData name="Siew Leng Lim" userId="f7adec9655d97acf" providerId="LiveId" clId="{B576A138-484C-4E9C-AD2B-6F334B3DDA18}" dt="2026-06-04T03:51:55.558" v="116" actId="400"/>
          <ac:spMkLst>
            <pc:docMk/>
            <pc:sldMk cId="935429746" sldId="259"/>
            <ac:spMk id="6" creationId="{BEB319D5-9CEE-42F3-A1F8-948BB56192CC}"/>
          </ac:spMkLst>
        </pc:spChg>
        <pc:picChg chg="mod">
          <ac:chgData name="Siew Leng Lim" userId="f7adec9655d97acf" providerId="LiveId" clId="{B576A138-484C-4E9C-AD2B-6F334B3DDA18}" dt="2026-06-04T03:52:23.038" v="146" actId="1076"/>
          <ac:picMkLst>
            <pc:docMk/>
            <pc:sldMk cId="935429746" sldId="259"/>
            <ac:picMk id="7" creationId="{C78FF8FE-6E12-4804-9148-DB55DB499B81}"/>
          </ac:picMkLst>
        </pc:picChg>
      </pc:sldChg>
      <pc:sldChg chg="addSp delSp modSp add mod">
        <pc:chgData name="Siew Leng Lim" userId="f7adec9655d97acf" providerId="LiveId" clId="{B576A138-484C-4E9C-AD2B-6F334B3DDA18}" dt="2026-06-04T04:03:19.613" v="294" actId="207"/>
        <pc:sldMkLst>
          <pc:docMk/>
          <pc:sldMk cId="792172121" sldId="260"/>
        </pc:sldMkLst>
        <pc:spChg chg="mod">
          <ac:chgData name="Siew Leng Lim" userId="f7adec9655d97acf" providerId="LiveId" clId="{B576A138-484C-4E9C-AD2B-6F334B3DDA18}" dt="2026-06-04T03:53:52.154" v="167" actId="20577"/>
          <ac:spMkLst>
            <pc:docMk/>
            <pc:sldMk cId="792172121" sldId="260"/>
            <ac:spMk id="4" creationId="{9D2FD476-1939-4213-A500-FC3C1580402E}"/>
          </ac:spMkLst>
        </pc:spChg>
        <pc:spChg chg="del">
          <ac:chgData name="Siew Leng Lim" userId="f7adec9655d97acf" providerId="LiveId" clId="{B576A138-484C-4E9C-AD2B-6F334B3DDA18}" dt="2026-06-04T03:53:11.328" v="156" actId="478"/>
          <ac:spMkLst>
            <pc:docMk/>
            <pc:sldMk cId="792172121" sldId="260"/>
            <ac:spMk id="5" creationId="{464A1FF5-0015-4925-A531-5538FF350FC7}"/>
          </ac:spMkLst>
        </pc:spChg>
        <pc:spChg chg="del">
          <ac:chgData name="Siew Leng Lim" userId="f7adec9655d97acf" providerId="LiveId" clId="{B576A138-484C-4E9C-AD2B-6F334B3DDA18}" dt="2026-06-04T03:53:08.745" v="155" actId="478"/>
          <ac:spMkLst>
            <pc:docMk/>
            <pc:sldMk cId="792172121" sldId="260"/>
            <ac:spMk id="6" creationId="{BEB319D5-9CEE-42F3-A1F8-948BB56192CC}"/>
          </ac:spMkLst>
        </pc:spChg>
        <pc:spChg chg="add mod">
          <ac:chgData name="Siew Leng Lim" userId="f7adec9655d97acf" providerId="LiveId" clId="{B576A138-484C-4E9C-AD2B-6F334B3DDA18}" dt="2026-06-04T03:53:54.283" v="169" actId="20577"/>
          <ac:spMkLst>
            <pc:docMk/>
            <pc:sldMk cId="792172121" sldId="260"/>
            <ac:spMk id="9" creationId="{6A4AAF6C-310E-46A5-88B2-B9214C460497}"/>
          </ac:spMkLst>
        </pc:spChg>
        <pc:spChg chg="add mod">
          <ac:chgData name="Siew Leng Lim" userId="f7adec9655d97acf" providerId="LiveId" clId="{B576A138-484C-4E9C-AD2B-6F334B3DDA18}" dt="2026-06-04T04:03:19.613" v="294" actId="207"/>
          <ac:spMkLst>
            <pc:docMk/>
            <pc:sldMk cId="792172121" sldId="260"/>
            <ac:spMk id="10" creationId="{90F37344-0720-4EB3-B006-5F639E9A1DA6}"/>
          </ac:spMkLst>
        </pc:spChg>
      </pc:sldChg>
      <pc:sldChg chg="addSp modSp add mod">
        <pc:chgData name="Siew Leng Lim" userId="f7adec9655d97acf" providerId="LiveId" clId="{B576A138-484C-4E9C-AD2B-6F334B3DDA18}" dt="2026-06-04T04:03:25.730" v="295" actId="207"/>
        <pc:sldMkLst>
          <pc:docMk/>
          <pc:sldMk cId="2293346117" sldId="261"/>
        </pc:sldMkLst>
        <pc:spChg chg="mod">
          <ac:chgData name="Siew Leng Lim" userId="f7adec9655d97acf" providerId="LiveId" clId="{B576A138-484C-4E9C-AD2B-6F334B3DDA18}" dt="2026-06-04T03:55:31.467" v="184" actId="20577"/>
          <ac:spMkLst>
            <pc:docMk/>
            <pc:sldMk cId="2293346117" sldId="261"/>
            <ac:spMk id="4" creationId="{9D2FD476-1939-4213-A500-FC3C1580402E}"/>
          </ac:spMkLst>
        </pc:spChg>
        <pc:spChg chg="add mod">
          <ac:chgData name="Siew Leng Lim" userId="f7adec9655d97acf" providerId="LiveId" clId="{B576A138-484C-4E9C-AD2B-6F334B3DDA18}" dt="2026-06-04T03:54:36.139" v="180" actId="1076"/>
          <ac:spMkLst>
            <pc:docMk/>
            <pc:sldMk cId="2293346117" sldId="261"/>
            <ac:spMk id="11" creationId="{6538DA57-3EDF-4911-875D-9BF65D3B30CE}"/>
          </ac:spMkLst>
        </pc:spChg>
        <pc:spChg chg="add mod">
          <ac:chgData name="Siew Leng Lim" userId="f7adec9655d97acf" providerId="LiveId" clId="{B576A138-484C-4E9C-AD2B-6F334B3DDA18}" dt="2026-06-04T04:03:25.730" v="295" actId="207"/>
          <ac:spMkLst>
            <pc:docMk/>
            <pc:sldMk cId="2293346117" sldId="261"/>
            <ac:spMk id="12" creationId="{F78FB90D-B147-4D9B-8B8D-1C679C5770EB}"/>
          </ac:spMkLst>
        </pc:spChg>
      </pc:sldChg>
      <pc:sldChg chg="addSp modSp add mod">
        <pc:chgData name="Siew Leng Lim" userId="f7adec9655d97acf" providerId="LiveId" clId="{B576A138-484C-4E9C-AD2B-6F334B3DDA18}" dt="2026-06-04T04:03:42.836" v="298" actId="1076"/>
        <pc:sldMkLst>
          <pc:docMk/>
          <pc:sldMk cId="74432768" sldId="262"/>
        </pc:sldMkLst>
        <pc:spChg chg="mod">
          <ac:chgData name="Siew Leng Lim" userId="f7adec9655d97acf" providerId="LiveId" clId="{B576A138-484C-4E9C-AD2B-6F334B3DDA18}" dt="2026-06-04T03:55:59.657" v="195" actId="20577"/>
          <ac:spMkLst>
            <pc:docMk/>
            <pc:sldMk cId="74432768" sldId="262"/>
            <ac:spMk id="4" creationId="{9D2FD476-1939-4213-A500-FC3C1580402E}"/>
          </ac:spMkLst>
        </pc:spChg>
        <pc:spChg chg="add mod">
          <ac:chgData name="Siew Leng Lim" userId="f7adec9655d97acf" providerId="LiveId" clId="{B576A138-484C-4E9C-AD2B-6F334B3DDA18}" dt="2026-06-04T03:55:55.207" v="192" actId="1076"/>
          <ac:spMkLst>
            <pc:docMk/>
            <pc:sldMk cId="74432768" sldId="262"/>
            <ac:spMk id="13" creationId="{13F7F18C-DC9C-47E8-B362-ADD239A41AE8}"/>
          </ac:spMkLst>
        </pc:spChg>
        <pc:spChg chg="add mod">
          <ac:chgData name="Siew Leng Lim" userId="f7adec9655d97acf" providerId="LiveId" clId="{B576A138-484C-4E9C-AD2B-6F334B3DDA18}" dt="2026-06-04T04:03:42.836" v="298" actId="1076"/>
          <ac:spMkLst>
            <pc:docMk/>
            <pc:sldMk cId="74432768" sldId="262"/>
            <ac:spMk id="14" creationId="{EE1F48D6-C1EA-47F2-AE79-439009B6C796}"/>
          </ac:spMkLst>
        </pc:spChg>
      </pc:sldChg>
      <pc:sldChg chg="addSp delSp modSp add mod">
        <pc:chgData name="Siew Leng Lim" userId="f7adec9655d97acf" providerId="LiveId" clId="{B576A138-484C-4E9C-AD2B-6F334B3DDA18}" dt="2026-06-04T04:10:57.244" v="488" actId="1076"/>
        <pc:sldMkLst>
          <pc:docMk/>
          <pc:sldMk cId="3978162474" sldId="263"/>
        </pc:sldMkLst>
        <pc:spChg chg="add del mod">
          <ac:chgData name="Siew Leng Lim" userId="f7adec9655d97acf" providerId="LiveId" clId="{B576A138-484C-4E9C-AD2B-6F334B3DDA18}" dt="2026-06-04T04:10:47.616" v="482" actId="478"/>
          <ac:spMkLst>
            <pc:docMk/>
            <pc:sldMk cId="3978162474" sldId="263"/>
            <ac:spMk id="5" creationId="{AA0FD793-D961-43F5-A06A-93446A452AB6}"/>
          </ac:spMkLst>
        </pc:spChg>
        <pc:spChg chg="mod">
          <ac:chgData name="Siew Leng Lim" userId="f7adec9655d97acf" providerId="LiveId" clId="{B576A138-484C-4E9C-AD2B-6F334B3DDA18}" dt="2026-06-04T03:56:16.399" v="199" actId="400"/>
          <ac:spMkLst>
            <pc:docMk/>
            <pc:sldMk cId="3978162474" sldId="263"/>
            <ac:spMk id="13" creationId="{13F7F18C-DC9C-47E8-B362-ADD239A41AE8}"/>
          </ac:spMkLst>
        </pc:spChg>
        <pc:spChg chg="mod">
          <ac:chgData name="Siew Leng Lim" userId="f7adec9655d97acf" providerId="LiveId" clId="{B576A138-484C-4E9C-AD2B-6F334B3DDA18}" dt="2026-06-04T04:03:48.838" v="299" actId="1076"/>
          <ac:spMkLst>
            <pc:docMk/>
            <pc:sldMk cId="3978162474" sldId="263"/>
            <ac:spMk id="14" creationId="{EE1F48D6-C1EA-47F2-AE79-439009B6C796}"/>
          </ac:spMkLst>
        </pc:spChg>
        <pc:spChg chg="add mod">
          <ac:chgData name="Siew Leng Lim" userId="f7adec9655d97acf" providerId="LiveId" clId="{B576A138-484C-4E9C-AD2B-6F334B3DDA18}" dt="2026-06-04T04:10:57.244" v="488" actId="1076"/>
          <ac:spMkLst>
            <pc:docMk/>
            <pc:sldMk cId="3978162474" sldId="263"/>
            <ac:spMk id="15" creationId="{5F7539EF-67BA-400E-AB44-91E00619A329}"/>
          </ac:spMkLst>
        </pc:spChg>
        <pc:picChg chg="mod">
          <ac:chgData name="Siew Leng Lim" userId="f7adec9655d97acf" providerId="LiveId" clId="{B576A138-484C-4E9C-AD2B-6F334B3DDA18}" dt="2026-06-04T04:10:55.308" v="487" actId="1076"/>
          <ac:picMkLst>
            <pc:docMk/>
            <pc:sldMk cId="3978162474" sldId="263"/>
            <ac:picMk id="7" creationId="{C78FF8FE-6E12-4804-9148-DB55DB499B81}"/>
          </ac:picMkLst>
        </pc:picChg>
      </pc:sldChg>
      <pc:sldChg chg="addSp delSp modSp add mod ord">
        <pc:chgData name="Siew Leng Lim" userId="f7adec9655d97acf" providerId="LiveId" clId="{B576A138-484C-4E9C-AD2B-6F334B3DDA18}" dt="2026-06-04T04:04:14.277" v="303" actId="207"/>
        <pc:sldMkLst>
          <pc:docMk/>
          <pc:sldMk cId="28276438" sldId="264"/>
        </pc:sldMkLst>
        <pc:spChg chg="mod">
          <ac:chgData name="Siew Leng Lim" userId="f7adec9655d97acf" providerId="LiveId" clId="{B576A138-484C-4E9C-AD2B-6F334B3DDA18}" dt="2026-06-04T04:01:29.698" v="286" actId="14100"/>
          <ac:spMkLst>
            <pc:docMk/>
            <pc:sldMk cId="28276438" sldId="264"/>
            <ac:spMk id="4" creationId="{9D2FD476-1939-4213-A500-FC3C1580402E}"/>
          </ac:spMkLst>
        </pc:spChg>
        <pc:spChg chg="del mod">
          <ac:chgData name="Siew Leng Lim" userId="f7adec9655d97acf" providerId="LiveId" clId="{B576A138-484C-4E9C-AD2B-6F334B3DDA18}" dt="2026-06-04T03:57:25.602" v="231" actId="478"/>
          <ac:spMkLst>
            <pc:docMk/>
            <pc:sldMk cId="28276438" sldId="264"/>
            <ac:spMk id="5" creationId="{AA0FD793-D961-43F5-A06A-93446A452AB6}"/>
          </ac:spMkLst>
        </pc:spChg>
        <pc:spChg chg="del">
          <ac:chgData name="Siew Leng Lim" userId="f7adec9655d97acf" providerId="LiveId" clId="{B576A138-484C-4E9C-AD2B-6F334B3DDA18}" dt="2026-06-04T03:57:22.964" v="229" actId="478"/>
          <ac:spMkLst>
            <pc:docMk/>
            <pc:sldMk cId="28276438" sldId="264"/>
            <ac:spMk id="13" creationId="{13F7F18C-DC9C-47E8-B362-ADD239A41AE8}"/>
          </ac:spMkLst>
        </pc:spChg>
        <pc:spChg chg="add mod">
          <ac:chgData name="Siew Leng Lim" userId="f7adec9655d97acf" providerId="LiveId" clId="{B576A138-484C-4E9C-AD2B-6F334B3DDA18}" dt="2026-06-04T03:57:41.247" v="236" actId="1076"/>
          <ac:spMkLst>
            <pc:docMk/>
            <pc:sldMk cId="28276438" sldId="264"/>
            <ac:spMk id="15" creationId="{0279A054-1ADB-43DA-8A79-505C5E972511}"/>
          </ac:spMkLst>
        </pc:spChg>
        <pc:spChg chg="add mod">
          <ac:chgData name="Siew Leng Lim" userId="f7adec9655d97acf" providerId="LiveId" clId="{B576A138-484C-4E9C-AD2B-6F334B3DDA18}" dt="2026-06-04T04:04:11.012" v="302" actId="1076"/>
          <ac:spMkLst>
            <pc:docMk/>
            <pc:sldMk cId="28276438" sldId="264"/>
            <ac:spMk id="16" creationId="{84CC3D79-F342-4CC0-AF40-41F3231F7960}"/>
          </ac:spMkLst>
        </pc:spChg>
        <pc:spChg chg="add mod">
          <ac:chgData name="Siew Leng Lim" userId="f7adec9655d97acf" providerId="LiveId" clId="{B576A138-484C-4E9C-AD2B-6F334B3DDA18}" dt="2026-06-04T04:01:13.610" v="280" actId="1076"/>
          <ac:spMkLst>
            <pc:docMk/>
            <pc:sldMk cId="28276438" sldId="264"/>
            <ac:spMk id="17" creationId="{48E58935-92D1-47AA-852E-1B0E1E847A52}"/>
          </ac:spMkLst>
        </pc:spChg>
        <pc:spChg chg="add mod">
          <ac:chgData name="Siew Leng Lim" userId="f7adec9655d97acf" providerId="LiveId" clId="{B576A138-484C-4E9C-AD2B-6F334B3DDA18}" dt="2026-06-04T04:04:14.277" v="303" actId="207"/>
          <ac:spMkLst>
            <pc:docMk/>
            <pc:sldMk cId="28276438" sldId="264"/>
            <ac:spMk id="18" creationId="{4B9C4670-1571-4EE3-B966-7CF719A8E479}"/>
          </ac:spMkLst>
        </pc:spChg>
        <pc:picChg chg="mod">
          <ac:chgData name="Siew Leng Lim" userId="f7adec9655d97acf" providerId="LiveId" clId="{B576A138-484C-4E9C-AD2B-6F334B3DDA18}" dt="2026-06-04T03:57:41.976" v="237" actId="1076"/>
          <ac:picMkLst>
            <pc:docMk/>
            <pc:sldMk cId="28276438" sldId="264"/>
            <ac:picMk id="7" creationId="{C78FF8FE-6E12-4804-9148-DB55DB499B81}"/>
          </ac:picMkLst>
        </pc:picChg>
      </pc:sldChg>
      <pc:sldChg chg="addSp delSp modSp add mod">
        <pc:chgData name="Siew Leng Lim" userId="f7adec9655d97acf" providerId="LiveId" clId="{B576A138-484C-4E9C-AD2B-6F334B3DDA18}" dt="2026-06-04T04:04:03.370" v="301" actId="207"/>
        <pc:sldMkLst>
          <pc:docMk/>
          <pc:sldMk cId="1242642029" sldId="265"/>
        </pc:sldMkLst>
        <pc:spChg chg="add del mod">
          <ac:chgData name="Siew Leng Lim" userId="f7adec9655d97acf" providerId="LiveId" clId="{B576A138-484C-4E9C-AD2B-6F334B3DDA18}" dt="2026-06-04T03:58:40.497" v="274" actId="478"/>
          <ac:spMkLst>
            <pc:docMk/>
            <pc:sldMk cId="1242642029" sldId="265"/>
            <ac:spMk id="5" creationId="{FCAE1AD3-BD60-4A39-8EDF-A7BA7F12FA70}"/>
          </ac:spMkLst>
        </pc:spChg>
        <pc:spChg chg="add del mod">
          <ac:chgData name="Siew Leng Lim" userId="f7adec9655d97acf" providerId="LiveId" clId="{B576A138-484C-4E9C-AD2B-6F334B3DDA18}" dt="2026-06-04T03:58:48.365" v="275" actId="400"/>
          <ac:spMkLst>
            <pc:docMk/>
            <pc:sldMk cId="1242642029" sldId="265"/>
            <ac:spMk id="15" creationId="{0279A054-1ADB-43DA-8A79-505C5E972511}"/>
          </ac:spMkLst>
        </pc:spChg>
        <pc:spChg chg="mod">
          <ac:chgData name="Siew Leng Lim" userId="f7adec9655d97acf" providerId="LiveId" clId="{B576A138-484C-4E9C-AD2B-6F334B3DDA18}" dt="2026-06-04T04:04:03.370" v="301" actId="207"/>
          <ac:spMkLst>
            <pc:docMk/>
            <pc:sldMk cId="1242642029" sldId="265"/>
            <ac:spMk id="16" creationId="{84CC3D79-F342-4CC0-AF40-41F3231F7960}"/>
          </ac:spMkLst>
        </pc:spChg>
      </pc:sldChg>
      <pc:sldChg chg="addSp modSp add mod">
        <pc:chgData name="Siew Leng Lim" userId="f7adec9655d97acf" providerId="LiveId" clId="{B576A138-484C-4E9C-AD2B-6F334B3DDA18}" dt="2026-06-04T04:05:05.635" v="317" actId="20577"/>
        <pc:sldMkLst>
          <pc:docMk/>
          <pc:sldMk cId="2459339018" sldId="266"/>
        </pc:sldMkLst>
        <pc:spChg chg="mod">
          <ac:chgData name="Siew Leng Lim" userId="f7adec9655d97acf" providerId="LiveId" clId="{B576A138-484C-4E9C-AD2B-6F334B3DDA18}" dt="2026-06-04T04:05:05.635" v="317" actId="20577"/>
          <ac:spMkLst>
            <pc:docMk/>
            <pc:sldMk cId="2459339018" sldId="266"/>
            <ac:spMk id="4" creationId="{9D2FD476-1939-4213-A500-FC3C1580402E}"/>
          </ac:spMkLst>
        </pc:spChg>
        <pc:spChg chg="mod">
          <ac:chgData name="Siew Leng Lim" userId="f7adec9655d97acf" providerId="LiveId" clId="{B576A138-484C-4E9C-AD2B-6F334B3DDA18}" dt="2026-06-04T04:04:44.472" v="306" actId="1076"/>
          <ac:spMkLst>
            <pc:docMk/>
            <pc:sldMk cId="2459339018" sldId="266"/>
            <ac:spMk id="16" creationId="{84CC3D79-F342-4CC0-AF40-41F3231F7960}"/>
          </ac:spMkLst>
        </pc:spChg>
        <pc:spChg chg="mod">
          <ac:chgData name="Siew Leng Lim" userId="f7adec9655d97acf" providerId="LiveId" clId="{B576A138-484C-4E9C-AD2B-6F334B3DDA18}" dt="2026-06-04T04:04:52.212" v="310" actId="1076"/>
          <ac:spMkLst>
            <pc:docMk/>
            <pc:sldMk cId="2459339018" sldId="266"/>
            <ac:spMk id="17" creationId="{48E58935-92D1-47AA-852E-1B0E1E847A52}"/>
          </ac:spMkLst>
        </pc:spChg>
        <pc:spChg chg="mod">
          <ac:chgData name="Siew Leng Lim" userId="f7adec9655d97acf" providerId="LiveId" clId="{B576A138-484C-4E9C-AD2B-6F334B3DDA18}" dt="2026-06-04T04:04:42.692" v="305" actId="1076"/>
          <ac:spMkLst>
            <pc:docMk/>
            <pc:sldMk cId="2459339018" sldId="266"/>
            <ac:spMk id="18" creationId="{4B9C4670-1571-4EE3-B966-7CF719A8E479}"/>
          </ac:spMkLst>
        </pc:spChg>
        <pc:spChg chg="add mod">
          <ac:chgData name="Siew Leng Lim" userId="f7adec9655d97acf" providerId="LiveId" clId="{B576A138-484C-4E9C-AD2B-6F334B3DDA18}" dt="2026-06-04T04:04:50.396" v="309" actId="1076"/>
          <ac:spMkLst>
            <pc:docMk/>
            <pc:sldMk cId="2459339018" sldId="266"/>
            <ac:spMk id="19" creationId="{01F42416-E61D-4B04-8FCE-9BA9F7BE4D8F}"/>
          </ac:spMkLst>
        </pc:spChg>
        <pc:spChg chg="add mod">
          <ac:chgData name="Siew Leng Lim" userId="f7adec9655d97acf" providerId="LiveId" clId="{B576A138-484C-4E9C-AD2B-6F334B3DDA18}" dt="2026-06-04T04:04:57.925" v="314" actId="20577"/>
          <ac:spMkLst>
            <pc:docMk/>
            <pc:sldMk cId="2459339018" sldId="266"/>
            <ac:spMk id="20" creationId="{25596814-4765-4E1F-A76B-68E6456722CB}"/>
          </ac:spMkLst>
        </pc:spChg>
      </pc:sldChg>
      <pc:sldChg chg="addSp modSp add mod">
        <pc:chgData name="Siew Leng Lim" userId="f7adec9655d97acf" providerId="LiveId" clId="{B576A138-484C-4E9C-AD2B-6F334B3DDA18}" dt="2026-06-04T04:06:15.014" v="336" actId="14100"/>
        <pc:sldMkLst>
          <pc:docMk/>
          <pc:sldMk cId="2836010547" sldId="267"/>
        </pc:sldMkLst>
        <pc:spChg chg="mod">
          <ac:chgData name="Siew Leng Lim" userId="f7adec9655d97acf" providerId="LiveId" clId="{B576A138-484C-4E9C-AD2B-6F334B3DDA18}" dt="2026-06-04T04:06:15.014" v="336" actId="14100"/>
          <ac:spMkLst>
            <pc:docMk/>
            <pc:sldMk cId="2836010547" sldId="267"/>
            <ac:spMk id="4" creationId="{9D2FD476-1939-4213-A500-FC3C1580402E}"/>
          </ac:spMkLst>
        </pc:spChg>
        <pc:spChg chg="mod">
          <ac:chgData name="Siew Leng Lim" userId="f7adec9655d97acf" providerId="LiveId" clId="{B576A138-484C-4E9C-AD2B-6F334B3DDA18}" dt="2026-06-04T04:05:26.607" v="320" actId="1076"/>
          <ac:spMkLst>
            <pc:docMk/>
            <pc:sldMk cId="2836010547" sldId="267"/>
            <ac:spMk id="18" creationId="{4B9C4670-1571-4EE3-B966-7CF719A8E479}"/>
          </ac:spMkLst>
        </pc:spChg>
        <pc:spChg chg="mod">
          <ac:chgData name="Siew Leng Lim" userId="f7adec9655d97acf" providerId="LiveId" clId="{B576A138-484C-4E9C-AD2B-6F334B3DDA18}" dt="2026-06-04T04:05:50.249" v="326" actId="1076"/>
          <ac:spMkLst>
            <pc:docMk/>
            <pc:sldMk cId="2836010547" sldId="267"/>
            <ac:spMk id="20" creationId="{25596814-4765-4E1F-A76B-68E6456722CB}"/>
          </ac:spMkLst>
        </pc:spChg>
        <pc:spChg chg="add mod">
          <ac:chgData name="Siew Leng Lim" userId="f7adec9655d97acf" providerId="LiveId" clId="{B576A138-484C-4E9C-AD2B-6F334B3DDA18}" dt="2026-06-04T04:05:37.334" v="323" actId="1076"/>
          <ac:spMkLst>
            <pc:docMk/>
            <pc:sldMk cId="2836010547" sldId="267"/>
            <ac:spMk id="21" creationId="{1748DAEA-C792-485C-B418-C37747B0A4C9}"/>
          </ac:spMkLst>
        </pc:spChg>
        <pc:spChg chg="add mod">
          <ac:chgData name="Siew Leng Lim" userId="f7adec9655d97acf" providerId="LiveId" clId="{B576A138-484C-4E9C-AD2B-6F334B3DDA18}" dt="2026-06-04T04:06:07.806" v="332" actId="1076"/>
          <ac:spMkLst>
            <pc:docMk/>
            <pc:sldMk cId="2836010547" sldId="267"/>
            <ac:spMk id="22" creationId="{15D922EB-83A7-452C-BF6E-B336FFC78985}"/>
          </ac:spMkLst>
        </pc:spChg>
      </pc:sldChg>
      <pc:sldChg chg="addSp delSp modSp add mod">
        <pc:chgData name="Siew Leng Lim" userId="f7adec9655d97acf" providerId="LiveId" clId="{B576A138-484C-4E9C-AD2B-6F334B3DDA18}" dt="2026-06-04T04:10:09.653" v="459" actId="207"/>
        <pc:sldMkLst>
          <pc:docMk/>
          <pc:sldMk cId="2850646936" sldId="268"/>
        </pc:sldMkLst>
        <pc:spChg chg="mod">
          <ac:chgData name="Siew Leng Lim" userId="f7adec9655d97acf" providerId="LiveId" clId="{B576A138-484C-4E9C-AD2B-6F334B3DDA18}" dt="2026-06-04T04:07:45.187" v="350" actId="400"/>
          <ac:spMkLst>
            <pc:docMk/>
            <pc:sldMk cId="2850646936" sldId="268"/>
            <ac:spMk id="2" creationId="{8F3972DB-0414-4C34-B43C-CB7FAFC9F1C4}"/>
          </ac:spMkLst>
        </pc:spChg>
        <pc:spChg chg="add del mod">
          <ac:chgData name="Siew Leng Lim" userId="f7adec9655d97acf" providerId="LiveId" clId="{B576A138-484C-4E9C-AD2B-6F334B3DDA18}" dt="2026-06-04T04:09:08.797" v="356"/>
          <ac:spMkLst>
            <pc:docMk/>
            <pc:sldMk cId="2850646936" sldId="268"/>
            <ac:spMk id="5" creationId="{D3FEB48E-C78D-4E8E-B889-7A434CD8E621}"/>
          </ac:spMkLst>
        </pc:spChg>
        <pc:spChg chg="add mod">
          <ac:chgData name="Siew Leng Lim" userId="f7adec9655d97acf" providerId="LiveId" clId="{B576A138-484C-4E9C-AD2B-6F334B3DDA18}" dt="2026-06-04T04:10:09.653" v="459" actId="207"/>
          <ac:spMkLst>
            <pc:docMk/>
            <pc:sldMk cId="2850646936" sldId="268"/>
            <ac:spMk id="6" creationId="{C6299ED3-7EA2-4747-A0D4-A756C90A9193}"/>
          </ac:spMkLst>
        </pc:spChg>
        <pc:spChg chg="mod">
          <ac:chgData name="Siew Leng Lim" userId="f7adec9655d97acf" providerId="LiveId" clId="{B576A138-484C-4E9C-AD2B-6F334B3DDA18}" dt="2026-06-04T04:07:40.710" v="349" actId="400"/>
          <ac:spMkLst>
            <pc:docMk/>
            <pc:sldMk cId="2850646936" sldId="268"/>
            <ac:spMk id="9" creationId="{6A4AAF6C-310E-46A5-88B2-B9214C460497}"/>
          </ac:spMkLst>
        </pc:spChg>
        <pc:spChg chg="mod">
          <ac:chgData name="Siew Leng Lim" userId="f7adec9655d97acf" providerId="LiveId" clId="{B576A138-484C-4E9C-AD2B-6F334B3DDA18}" dt="2026-06-04T04:07:33.001" v="347" actId="400"/>
          <ac:spMkLst>
            <pc:docMk/>
            <pc:sldMk cId="2850646936" sldId="268"/>
            <ac:spMk id="11" creationId="{6538DA57-3EDF-4911-875D-9BF65D3B30CE}"/>
          </ac:spMkLst>
        </pc:spChg>
        <pc:spChg chg="mod">
          <ac:chgData name="Siew Leng Lim" userId="f7adec9655d97acf" providerId="LiveId" clId="{B576A138-484C-4E9C-AD2B-6F334B3DDA18}" dt="2026-06-04T04:07:28.240" v="346" actId="400"/>
          <ac:spMkLst>
            <pc:docMk/>
            <pc:sldMk cId="2850646936" sldId="268"/>
            <ac:spMk id="15" creationId="{0279A054-1ADB-43DA-8A79-505C5E972511}"/>
          </ac:spMkLst>
        </pc:spChg>
        <pc:spChg chg="mod">
          <ac:chgData name="Siew Leng Lim" userId="f7adec9655d97acf" providerId="LiveId" clId="{B576A138-484C-4E9C-AD2B-6F334B3DDA18}" dt="2026-06-04T04:07:24.194" v="345" actId="400"/>
          <ac:spMkLst>
            <pc:docMk/>
            <pc:sldMk cId="2850646936" sldId="268"/>
            <ac:spMk id="17" creationId="{48E58935-92D1-47AA-852E-1B0E1E847A52}"/>
          </ac:spMkLst>
        </pc:spChg>
        <pc:spChg chg="del mod">
          <ac:chgData name="Siew Leng Lim" userId="f7adec9655d97acf" providerId="LiveId" clId="{B576A138-484C-4E9C-AD2B-6F334B3DDA18}" dt="2026-06-04T04:06:50.962" v="340" actId="478"/>
          <ac:spMkLst>
            <pc:docMk/>
            <pc:sldMk cId="2850646936" sldId="268"/>
            <ac:spMk id="18" creationId="{4B9C4670-1571-4EE3-B966-7CF719A8E479}"/>
          </ac:spMkLst>
        </pc:spChg>
        <pc:spChg chg="mod">
          <ac:chgData name="Siew Leng Lim" userId="f7adec9655d97acf" providerId="LiveId" clId="{B576A138-484C-4E9C-AD2B-6F334B3DDA18}" dt="2026-06-04T04:07:17.675" v="344" actId="400"/>
          <ac:spMkLst>
            <pc:docMk/>
            <pc:sldMk cId="2850646936" sldId="268"/>
            <ac:spMk id="20" creationId="{25596814-4765-4E1F-A76B-68E6456722CB}"/>
          </ac:spMkLst>
        </pc:spChg>
        <pc:spChg chg="mod">
          <ac:chgData name="Siew Leng Lim" userId="f7adec9655d97acf" providerId="LiveId" clId="{B576A138-484C-4E9C-AD2B-6F334B3DDA18}" dt="2026-06-04T04:07:05.657" v="343" actId="400"/>
          <ac:spMkLst>
            <pc:docMk/>
            <pc:sldMk cId="2850646936" sldId="268"/>
            <ac:spMk id="22" creationId="{15D922EB-83A7-452C-BF6E-B336FFC78985}"/>
          </ac:spMkLst>
        </pc:spChg>
        <pc:spChg chg="add mod">
          <ac:chgData name="Siew Leng Lim" userId="f7adec9655d97acf" providerId="LiveId" clId="{B576A138-484C-4E9C-AD2B-6F334B3DDA18}" dt="2026-06-04T04:06:58.161" v="342" actId="1076"/>
          <ac:spMkLst>
            <pc:docMk/>
            <pc:sldMk cId="2850646936" sldId="268"/>
            <ac:spMk id="23" creationId="{6EC922D9-5608-4499-B4F3-82F5910EC038}"/>
          </ac:spMkLst>
        </pc:spChg>
      </pc:sldChg>
      <pc:sldChg chg="addSp modSp new">
        <pc:chgData name="Siew Leng Lim" userId="f7adec9655d97acf" providerId="LiveId" clId="{B576A138-484C-4E9C-AD2B-6F334B3DDA18}" dt="2026-06-04T04:08:29.706" v="352"/>
        <pc:sldMkLst>
          <pc:docMk/>
          <pc:sldMk cId="2102884004" sldId="269"/>
        </pc:sldMkLst>
        <pc:picChg chg="add mod">
          <ac:chgData name="Siew Leng Lim" userId="f7adec9655d97acf" providerId="LiveId" clId="{B576A138-484C-4E9C-AD2B-6F334B3DDA18}" dt="2026-06-04T04:08:29.706" v="352"/>
          <ac:picMkLst>
            <pc:docMk/>
            <pc:sldMk cId="2102884004" sldId="269"/>
            <ac:picMk id="3" creationId="{B3E88077-E7D1-4332-ADA2-E99FA34750D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5B5-64A8-4B9A-A5A6-D4E2B14E9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34F85-286A-4089-95BF-FF63B2229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564BD-6B8B-489D-96A0-5BDB54434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6A8E-7C08-49C4-8B3F-DB0AD3BF9525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1A3E5-9BDD-45CF-8AEF-D08D43B4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FC27E-7CE4-4564-A198-2DB94C5DA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7689-0675-4B9B-9BB9-9D1427431AB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1159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216C-9B91-4456-80D7-DD305F601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1B24E-DF1B-428E-B68E-AEBC94B91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89E02-C03B-4A5C-8F82-DEE52AC78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6A8E-7C08-49C4-8B3F-DB0AD3BF9525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74FB8-8815-4B3A-8C56-7A596F84A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485E0-D12E-4E03-9581-8EEE94279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7689-0675-4B9B-9BB9-9D1427431AB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58868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0EC23-EE2C-4975-8D89-5242C37D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EB679-AD04-40C2-A8B9-E7C4521CA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0B457-FED9-4618-A964-92206B6F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6A8E-7C08-49C4-8B3F-DB0AD3BF9525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24F89-9E13-41FB-B484-8FFCDFE7C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2B15C-454A-4C3A-8763-657F3A071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7689-0675-4B9B-9BB9-9D1427431AB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5139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34C92-539A-4767-891E-87B9DF2EF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0A9F2-EB1A-47C4-9256-925FD84E38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15C638-90D8-477E-917A-3092EBCC4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5D7AE-446E-4111-8EC1-A35FA9974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6A8E-7C08-49C4-8B3F-DB0AD3BF9525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16D1C-981B-42D9-986E-EC98BEE8B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84B94-3772-4CEE-BC1B-EF09C594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7689-0675-4B9B-9BB9-9D1427431AB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0205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A8174-1568-429A-9C85-07F82FF9E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49242-0E6A-40C9-B7FD-BFD19A206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0D426-5049-4176-A667-0E9D2D4E3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C05647-6C40-4E54-A673-D86D720A85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E921B2-1B00-4F1F-A556-A45502ACFC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E5B236-FE36-47D7-A7C6-9B4F459DC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6A8E-7C08-49C4-8B3F-DB0AD3BF9525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953013-BD1C-442B-B24D-A794C0901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C7E2FD-B2BB-445B-BED9-4996003BD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7689-0675-4B9B-9BB9-9D1427431AB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162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084A-27E7-4687-B431-37D11DCB0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F09440-6BA8-4DA6-A248-AF16C0F11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6A8E-7C08-49C4-8B3F-DB0AD3BF9525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61C9AA-E1F1-4EAF-9B88-9C145027F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B65C3-43A9-457A-A4C0-CF4CBB617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7689-0675-4B9B-9BB9-9D1427431AB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82181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A0EA7F-EEE4-4AF1-949D-91C6AB44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6A8E-7C08-49C4-8B3F-DB0AD3BF9525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FC9BF9-6376-4A35-A87B-798BB0877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39885-3600-422C-BEB7-09A91525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7689-0675-4B9B-9BB9-9D1427431AB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736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68EB0-02AB-4B75-B0F4-7B4511E2E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D444B-E398-46A9-949C-57BDBDEF9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C8EFF-6469-4B94-BA26-A560E4C6E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39A5B-BE70-4977-AE74-AE1F1EC5F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6A8E-7C08-49C4-8B3F-DB0AD3BF9525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F8794-3218-4A24-80BD-6EE3F9ABC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910C3-9D6C-46DE-B8BA-445973EB3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7689-0675-4B9B-9BB9-9D1427431AB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4733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11A4-4806-499F-89C2-15ABDA5A4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41FF9-CE83-417B-8CDB-C8485C8B7F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07D777-ECCE-44E7-968B-EB9DFBE1A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318AC-3DD4-40AA-8BE7-9AE4A3F72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6A8E-7C08-49C4-8B3F-DB0AD3BF9525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CC7EC-41A9-42CB-A254-36163DED4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DD01D-9C42-4944-8764-E86936579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7689-0675-4B9B-9BB9-9D1427431AB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07769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0DFB8-91D5-46BA-A51A-0D43646B2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E1A99E-5807-4740-A94A-72849B677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8CE79-8096-4967-BB41-0F6EDE9BA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6A8E-7C08-49C4-8B3F-DB0AD3BF9525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1B7A-5F71-4384-8A50-27621226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D4946-4B1B-4E0C-95EF-A452C6FC9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7689-0675-4B9B-9BB9-9D1427431AB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46443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DB0A57-24AF-4F67-A701-B8645B9231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678EC0-31FF-447D-89D0-27068A6D6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167E3-4EC8-492B-9A73-D22808B0E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6A8E-7C08-49C4-8B3F-DB0AD3BF9525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A1046-92D1-4FC0-B93C-B74DA3333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56F2C-02B4-48A8-BE4F-CAC28EBBB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7689-0675-4B9B-9BB9-9D1427431AB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394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1C8E0D-D648-4480-9F49-EBE782CC8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B3CF7-43D2-4D06-AABC-BAD6164E2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90FDD-55BE-46D9-9D95-2AB7C6576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D6A8E-7C08-49C4-8B3F-DB0AD3BF9525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ECD6F-476B-4193-92D5-04E9B4DA8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E81A4-BC13-4743-8A20-8A6AFF7D0E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A7689-0675-4B9B-9BB9-9D1427431AB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58569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8FF8FE-6E12-4804-9148-DB55DB499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401" y="527464"/>
            <a:ext cx="7661197" cy="580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341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8FF8FE-6E12-4804-9148-DB55DB499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401" y="527464"/>
            <a:ext cx="7661197" cy="58030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3972DB-0414-4C34-B43C-CB7FAFC9F1C4}"/>
              </a:ext>
            </a:extLst>
          </p:cNvPr>
          <p:cNvSpPr txBox="1"/>
          <p:nvPr/>
        </p:nvSpPr>
        <p:spPr>
          <a:xfrm>
            <a:off x="8520497" y="4851935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A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2BB55478-C051-4077-8505-F8E34B43BAF0}"/>
              </a:ext>
            </a:extLst>
          </p:cNvPr>
          <p:cNvSpPr/>
          <p:nvPr/>
        </p:nvSpPr>
        <p:spPr>
          <a:xfrm>
            <a:off x="2456581" y="2359259"/>
            <a:ext cx="866274" cy="731520"/>
          </a:xfrm>
          <a:prstGeom prst="mathMultiply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FD476-1939-4213-A500-FC3C1580402E}"/>
              </a:ext>
            </a:extLst>
          </p:cNvPr>
          <p:cNvSpPr txBox="1"/>
          <p:nvPr/>
        </p:nvSpPr>
        <p:spPr>
          <a:xfrm>
            <a:off x="4114800" y="5868870"/>
            <a:ext cx="55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</a:t>
            </a:r>
            <a:endParaRPr lang="en-SG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529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8FF8FE-6E12-4804-9148-DB55DB499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401" y="527464"/>
            <a:ext cx="7661197" cy="58030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3972DB-0414-4C34-B43C-CB7FAFC9F1C4}"/>
              </a:ext>
            </a:extLst>
          </p:cNvPr>
          <p:cNvSpPr txBox="1"/>
          <p:nvPr/>
        </p:nvSpPr>
        <p:spPr>
          <a:xfrm>
            <a:off x="8479857" y="4851935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A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2BB55478-C051-4077-8505-F8E34B43BAF0}"/>
              </a:ext>
            </a:extLst>
          </p:cNvPr>
          <p:cNvSpPr/>
          <p:nvPr/>
        </p:nvSpPr>
        <p:spPr>
          <a:xfrm>
            <a:off x="2415941" y="238973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FD476-1939-4213-A500-FC3C1580402E}"/>
              </a:ext>
            </a:extLst>
          </p:cNvPr>
          <p:cNvSpPr txBox="1"/>
          <p:nvPr/>
        </p:nvSpPr>
        <p:spPr>
          <a:xfrm>
            <a:off x="4114800" y="5868870"/>
            <a:ext cx="2092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A, B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B319D5-9CEE-42F3-A1F8-948BB56192CC}"/>
              </a:ext>
            </a:extLst>
          </p:cNvPr>
          <p:cNvSpPr txBox="1"/>
          <p:nvPr/>
        </p:nvSpPr>
        <p:spPr>
          <a:xfrm>
            <a:off x="8479856" y="4390270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B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DED575CC-89B1-41A2-9503-5315213AD225}"/>
              </a:ext>
            </a:extLst>
          </p:cNvPr>
          <p:cNvSpPr/>
          <p:nvPr/>
        </p:nvSpPr>
        <p:spPr>
          <a:xfrm>
            <a:off x="3553861" y="1312779"/>
            <a:ext cx="866274" cy="731520"/>
          </a:xfrm>
          <a:prstGeom prst="mathMultiply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6820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8FF8FE-6E12-4804-9148-DB55DB499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401" y="527464"/>
            <a:ext cx="7661197" cy="58030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3972DB-0414-4C34-B43C-CB7FAFC9F1C4}"/>
              </a:ext>
            </a:extLst>
          </p:cNvPr>
          <p:cNvSpPr txBox="1"/>
          <p:nvPr/>
        </p:nvSpPr>
        <p:spPr>
          <a:xfrm>
            <a:off x="8479857" y="4851935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A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2BB55478-C051-4077-8505-F8E34B43BAF0}"/>
              </a:ext>
            </a:extLst>
          </p:cNvPr>
          <p:cNvSpPr/>
          <p:nvPr/>
        </p:nvSpPr>
        <p:spPr>
          <a:xfrm>
            <a:off x="2415941" y="238973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FD476-1939-4213-A500-FC3C1580402E}"/>
              </a:ext>
            </a:extLst>
          </p:cNvPr>
          <p:cNvSpPr txBox="1"/>
          <p:nvPr/>
        </p:nvSpPr>
        <p:spPr>
          <a:xfrm>
            <a:off x="4114800" y="5868870"/>
            <a:ext cx="2092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A, B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B319D5-9CEE-42F3-A1F8-948BB56192CC}"/>
              </a:ext>
            </a:extLst>
          </p:cNvPr>
          <p:cNvSpPr txBox="1"/>
          <p:nvPr/>
        </p:nvSpPr>
        <p:spPr>
          <a:xfrm>
            <a:off x="8479856" y="4390270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strike="sngStrike" dirty="0">
                <a:solidFill>
                  <a:srgbClr val="FF0000"/>
                </a:solidFill>
              </a:rPr>
              <a:t>B</a:t>
            </a:r>
            <a:endParaRPr lang="en-SG" sz="2400" b="1" strike="sngStrike" dirty="0">
              <a:solidFill>
                <a:srgbClr val="FF0000"/>
              </a:solidFill>
            </a:endParaRP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DED575CC-89B1-41A2-9503-5315213AD225}"/>
              </a:ext>
            </a:extLst>
          </p:cNvPr>
          <p:cNvSpPr/>
          <p:nvPr/>
        </p:nvSpPr>
        <p:spPr>
          <a:xfrm>
            <a:off x="3553861" y="131277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A1FF5-0015-4925-A531-5538FF350FC7}"/>
              </a:ext>
            </a:extLst>
          </p:cNvPr>
          <p:cNvSpPr txBox="1"/>
          <p:nvPr/>
        </p:nvSpPr>
        <p:spPr>
          <a:xfrm flipH="1">
            <a:off x="9533152" y="4436436"/>
            <a:ext cx="2191487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B has no child to visit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35429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8FF8FE-6E12-4804-9148-DB55DB499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401" y="527464"/>
            <a:ext cx="7661197" cy="58030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3972DB-0414-4C34-B43C-CB7FAFC9F1C4}"/>
              </a:ext>
            </a:extLst>
          </p:cNvPr>
          <p:cNvSpPr txBox="1"/>
          <p:nvPr/>
        </p:nvSpPr>
        <p:spPr>
          <a:xfrm>
            <a:off x="8479857" y="4851935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A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2BB55478-C051-4077-8505-F8E34B43BAF0}"/>
              </a:ext>
            </a:extLst>
          </p:cNvPr>
          <p:cNvSpPr/>
          <p:nvPr/>
        </p:nvSpPr>
        <p:spPr>
          <a:xfrm>
            <a:off x="2415941" y="238973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FD476-1939-4213-A500-FC3C1580402E}"/>
              </a:ext>
            </a:extLst>
          </p:cNvPr>
          <p:cNvSpPr txBox="1"/>
          <p:nvPr/>
        </p:nvSpPr>
        <p:spPr>
          <a:xfrm>
            <a:off x="4114800" y="5868870"/>
            <a:ext cx="2092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A, B, S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DED575CC-89B1-41A2-9503-5315213AD225}"/>
              </a:ext>
            </a:extLst>
          </p:cNvPr>
          <p:cNvSpPr/>
          <p:nvPr/>
        </p:nvSpPr>
        <p:spPr>
          <a:xfrm>
            <a:off x="3553861" y="131277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4AAF6C-310E-46A5-88B2-B9214C460497}"/>
              </a:ext>
            </a:extLst>
          </p:cNvPr>
          <p:cNvSpPr txBox="1"/>
          <p:nvPr/>
        </p:nvSpPr>
        <p:spPr>
          <a:xfrm>
            <a:off x="8479856" y="4390270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S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90F37344-0720-4EB3-B006-5F639E9A1DA6}"/>
              </a:ext>
            </a:extLst>
          </p:cNvPr>
          <p:cNvSpPr/>
          <p:nvPr/>
        </p:nvSpPr>
        <p:spPr>
          <a:xfrm>
            <a:off x="3553861" y="3590824"/>
            <a:ext cx="866274" cy="731520"/>
          </a:xfrm>
          <a:prstGeom prst="mathMultiply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92172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8FF8FE-6E12-4804-9148-DB55DB499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401" y="527464"/>
            <a:ext cx="7661197" cy="58030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3972DB-0414-4C34-B43C-CB7FAFC9F1C4}"/>
              </a:ext>
            </a:extLst>
          </p:cNvPr>
          <p:cNvSpPr txBox="1"/>
          <p:nvPr/>
        </p:nvSpPr>
        <p:spPr>
          <a:xfrm>
            <a:off x="8479857" y="4851935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A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2BB55478-C051-4077-8505-F8E34B43BAF0}"/>
              </a:ext>
            </a:extLst>
          </p:cNvPr>
          <p:cNvSpPr/>
          <p:nvPr/>
        </p:nvSpPr>
        <p:spPr>
          <a:xfrm>
            <a:off x="2415941" y="238973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FD476-1939-4213-A500-FC3C1580402E}"/>
              </a:ext>
            </a:extLst>
          </p:cNvPr>
          <p:cNvSpPr txBox="1"/>
          <p:nvPr/>
        </p:nvSpPr>
        <p:spPr>
          <a:xfrm>
            <a:off x="4114800" y="5868870"/>
            <a:ext cx="2092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A, B, S, C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DED575CC-89B1-41A2-9503-5315213AD225}"/>
              </a:ext>
            </a:extLst>
          </p:cNvPr>
          <p:cNvSpPr/>
          <p:nvPr/>
        </p:nvSpPr>
        <p:spPr>
          <a:xfrm>
            <a:off x="3553861" y="131277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4AAF6C-310E-46A5-88B2-B9214C460497}"/>
              </a:ext>
            </a:extLst>
          </p:cNvPr>
          <p:cNvSpPr txBox="1"/>
          <p:nvPr/>
        </p:nvSpPr>
        <p:spPr>
          <a:xfrm>
            <a:off x="8479856" y="4390270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S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90F37344-0720-4EB3-B006-5F639E9A1DA6}"/>
              </a:ext>
            </a:extLst>
          </p:cNvPr>
          <p:cNvSpPr/>
          <p:nvPr/>
        </p:nvSpPr>
        <p:spPr>
          <a:xfrm>
            <a:off x="3553861" y="3590824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8DA57-3EDF-4911-875D-9BF65D3B30CE}"/>
              </a:ext>
            </a:extLst>
          </p:cNvPr>
          <p:cNvSpPr txBox="1"/>
          <p:nvPr/>
        </p:nvSpPr>
        <p:spPr>
          <a:xfrm>
            <a:off x="8479855" y="395658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F78FB90D-B147-4D9B-8B8D-1C679C5770EB}"/>
              </a:ext>
            </a:extLst>
          </p:cNvPr>
          <p:cNvSpPr/>
          <p:nvPr/>
        </p:nvSpPr>
        <p:spPr>
          <a:xfrm>
            <a:off x="4728143" y="2466647"/>
            <a:ext cx="866274" cy="731520"/>
          </a:xfrm>
          <a:prstGeom prst="mathMultiply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93346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8FF8FE-6E12-4804-9148-DB55DB499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401" y="527464"/>
            <a:ext cx="7661197" cy="58030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3972DB-0414-4C34-B43C-CB7FAFC9F1C4}"/>
              </a:ext>
            </a:extLst>
          </p:cNvPr>
          <p:cNvSpPr txBox="1"/>
          <p:nvPr/>
        </p:nvSpPr>
        <p:spPr>
          <a:xfrm>
            <a:off x="8479857" y="4851935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A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2BB55478-C051-4077-8505-F8E34B43BAF0}"/>
              </a:ext>
            </a:extLst>
          </p:cNvPr>
          <p:cNvSpPr/>
          <p:nvPr/>
        </p:nvSpPr>
        <p:spPr>
          <a:xfrm>
            <a:off x="2415941" y="238973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FD476-1939-4213-A500-FC3C1580402E}"/>
              </a:ext>
            </a:extLst>
          </p:cNvPr>
          <p:cNvSpPr txBox="1"/>
          <p:nvPr/>
        </p:nvSpPr>
        <p:spPr>
          <a:xfrm>
            <a:off x="4114800" y="5868870"/>
            <a:ext cx="2092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A, B, S, C, D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DED575CC-89B1-41A2-9503-5315213AD225}"/>
              </a:ext>
            </a:extLst>
          </p:cNvPr>
          <p:cNvSpPr/>
          <p:nvPr/>
        </p:nvSpPr>
        <p:spPr>
          <a:xfrm>
            <a:off x="3553861" y="131277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4AAF6C-310E-46A5-88B2-B9214C460497}"/>
              </a:ext>
            </a:extLst>
          </p:cNvPr>
          <p:cNvSpPr txBox="1"/>
          <p:nvPr/>
        </p:nvSpPr>
        <p:spPr>
          <a:xfrm>
            <a:off x="8479856" y="4390270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S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90F37344-0720-4EB3-B006-5F639E9A1DA6}"/>
              </a:ext>
            </a:extLst>
          </p:cNvPr>
          <p:cNvSpPr/>
          <p:nvPr/>
        </p:nvSpPr>
        <p:spPr>
          <a:xfrm>
            <a:off x="3553861" y="3590824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8DA57-3EDF-4911-875D-9BF65D3B30CE}"/>
              </a:ext>
            </a:extLst>
          </p:cNvPr>
          <p:cNvSpPr txBox="1"/>
          <p:nvPr/>
        </p:nvSpPr>
        <p:spPr>
          <a:xfrm>
            <a:off x="8479855" y="395658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F78FB90D-B147-4D9B-8B8D-1C679C5770EB}"/>
              </a:ext>
            </a:extLst>
          </p:cNvPr>
          <p:cNvSpPr/>
          <p:nvPr/>
        </p:nvSpPr>
        <p:spPr>
          <a:xfrm>
            <a:off x="4728143" y="2466647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F7F18C-DC9C-47E8-B362-ADD239A41AE8}"/>
              </a:ext>
            </a:extLst>
          </p:cNvPr>
          <p:cNvSpPr txBox="1"/>
          <p:nvPr/>
        </p:nvSpPr>
        <p:spPr>
          <a:xfrm>
            <a:off x="8479855" y="349491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D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EE1F48D6-C1EA-47F2-AE79-439009B6C796}"/>
              </a:ext>
            </a:extLst>
          </p:cNvPr>
          <p:cNvSpPr/>
          <p:nvPr/>
        </p:nvSpPr>
        <p:spPr>
          <a:xfrm>
            <a:off x="5662862" y="1312779"/>
            <a:ext cx="866274" cy="731520"/>
          </a:xfrm>
          <a:prstGeom prst="mathMultiply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4432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8FF8FE-6E12-4804-9148-DB55DB499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400" y="527465"/>
            <a:ext cx="7661197" cy="58030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3972DB-0414-4C34-B43C-CB7FAFC9F1C4}"/>
              </a:ext>
            </a:extLst>
          </p:cNvPr>
          <p:cNvSpPr txBox="1"/>
          <p:nvPr/>
        </p:nvSpPr>
        <p:spPr>
          <a:xfrm>
            <a:off x="8479857" y="4851935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A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2BB55478-C051-4077-8505-F8E34B43BAF0}"/>
              </a:ext>
            </a:extLst>
          </p:cNvPr>
          <p:cNvSpPr/>
          <p:nvPr/>
        </p:nvSpPr>
        <p:spPr>
          <a:xfrm>
            <a:off x="2415941" y="238973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FD476-1939-4213-A500-FC3C1580402E}"/>
              </a:ext>
            </a:extLst>
          </p:cNvPr>
          <p:cNvSpPr txBox="1"/>
          <p:nvPr/>
        </p:nvSpPr>
        <p:spPr>
          <a:xfrm>
            <a:off x="4114800" y="5868870"/>
            <a:ext cx="2092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A, B, S, C, D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DED575CC-89B1-41A2-9503-5315213AD225}"/>
              </a:ext>
            </a:extLst>
          </p:cNvPr>
          <p:cNvSpPr/>
          <p:nvPr/>
        </p:nvSpPr>
        <p:spPr>
          <a:xfrm>
            <a:off x="3553861" y="131277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4AAF6C-310E-46A5-88B2-B9214C460497}"/>
              </a:ext>
            </a:extLst>
          </p:cNvPr>
          <p:cNvSpPr txBox="1"/>
          <p:nvPr/>
        </p:nvSpPr>
        <p:spPr>
          <a:xfrm>
            <a:off x="8479856" y="4390270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S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90F37344-0720-4EB3-B006-5F639E9A1DA6}"/>
              </a:ext>
            </a:extLst>
          </p:cNvPr>
          <p:cNvSpPr/>
          <p:nvPr/>
        </p:nvSpPr>
        <p:spPr>
          <a:xfrm>
            <a:off x="3553861" y="3590824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8DA57-3EDF-4911-875D-9BF65D3B30CE}"/>
              </a:ext>
            </a:extLst>
          </p:cNvPr>
          <p:cNvSpPr txBox="1"/>
          <p:nvPr/>
        </p:nvSpPr>
        <p:spPr>
          <a:xfrm>
            <a:off x="8479855" y="395658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F78FB90D-B147-4D9B-8B8D-1C679C5770EB}"/>
              </a:ext>
            </a:extLst>
          </p:cNvPr>
          <p:cNvSpPr/>
          <p:nvPr/>
        </p:nvSpPr>
        <p:spPr>
          <a:xfrm>
            <a:off x="4728143" y="2466647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F7F18C-DC9C-47E8-B362-ADD239A41AE8}"/>
              </a:ext>
            </a:extLst>
          </p:cNvPr>
          <p:cNvSpPr txBox="1"/>
          <p:nvPr/>
        </p:nvSpPr>
        <p:spPr>
          <a:xfrm>
            <a:off x="8479855" y="349491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strike="sngStrike" dirty="0">
                <a:solidFill>
                  <a:srgbClr val="FF0000"/>
                </a:solidFill>
              </a:rPr>
              <a:t>D</a:t>
            </a:r>
            <a:endParaRPr lang="en-SG" sz="2400" b="1" strike="sngStrike" dirty="0">
              <a:solidFill>
                <a:srgbClr val="FF0000"/>
              </a:solidFill>
            </a:endParaRPr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EE1F48D6-C1EA-47F2-AE79-439009B6C796}"/>
              </a:ext>
            </a:extLst>
          </p:cNvPr>
          <p:cNvSpPr/>
          <p:nvPr/>
        </p:nvSpPr>
        <p:spPr>
          <a:xfrm>
            <a:off x="5662862" y="131277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7539EF-67BA-400E-AB44-91E00619A329}"/>
              </a:ext>
            </a:extLst>
          </p:cNvPr>
          <p:cNvSpPr txBox="1"/>
          <p:nvPr/>
        </p:nvSpPr>
        <p:spPr>
          <a:xfrm flipH="1">
            <a:off x="9538846" y="3541085"/>
            <a:ext cx="2191487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 has no child to visit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78162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8FF8FE-6E12-4804-9148-DB55DB499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401" y="544175"/>
            <a:ext cx="7661197" cy="58030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3972DB-0414-4C34-B43C-CB7FAFC9F1C4}"/>
              </a:ext>
            </a:extLst>
          </p:cNvPr>
          <p:cNvSpPr txBox="1"/>
          <p:nvPr/>
        </p:nvSpPr>
        <p:spPr>
          <a:xfrm>
            <a:off x="8479857" y="4851935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A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2BB55478-C051-4077-8505-F8E34B43BAF0}"/>
              </a:ext>
            </a:extLst>
          </p:cNvPr>
          <p:cNvSpPr/>
          <p:nvPr/>
        </p:nvSpPr>
        <p:spPr>
          <a:xfrm>
            <a:off x="2415941" y="238973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FD476-1939-4213-A500-FC3C1580402E}"/>
              </a:ext>
            </a:extLst>
          </p:cNvPr>
          <p:cNvSpPr txBox="1"/>
          <p:nvPr/>
        </p:nvSpPr>
        <p:spPr>
          <a:xfrm>
            <a:off x="4114800" y="5868870"/>
            <a:ext cx="2092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A, B, S, C, D, E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DED575CC-89B1-41A2-9503-5315213AD225}"/>
              </a:ext>
            </a:extLst>
          </p:cNvPr>
          <p:cNvSpPr/>
          <p:nvPr/>
        </p:nvSpPr>
        <p:spPr>
          <a:xfrm>
            <a:off x="3553861" y="131277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4AAF6C-310E-46A5-88B2-B9214C460497}"/>
              </a:ext>
            </a:extLst>
          </p:cNvPr>
          <p:cNvSpPr txBox="1"/>
          <p:nvPr/>
        </p:nvSpPr>
        <p:spPr>
          <a:xfrm>
            <a:off x="8479856" y="4390270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S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90F37344-0720-4EB3-B006-5F639E9A1DA6}"/>
              </a:ext>
            </a:extLst>
          </p:cNvPr>
          <p:cNvSpPr/>
          <p:nvPr/>
        </p:nvSpPr>
        <p:spPr>
          <a:xfrm>
            <a:off x="3553861" y="3590824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8DA57-3EDF-4911-875D-9BF65D3B30CE}"/>
              </a:ext>
            </a:extLst>
          </p:cNvPr>
          <p:cNvSpPr txBox="1"/>
          <p:nvPr/>
        </p:nvSpPr>
        <p:spPr>
          <a:xfrm>
            <a:off x="8479855" y="395658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F78FB90D-B147-4D9B-8B8D-1C679C5770EB}"/>
              </a:ext>
            </a:extLst>
          </p:cNvPr>
          <p:cNvSpPr/>
          <p:nvPr/>
        </p:nvSpPr>
        <p:spPr>
          <a:xfrm>
            <a:off x="4728143" y="2466647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EE1F48D6-C1EA-47F2-AE79-439009B6C796}"/>
              </a:ext>
            </a:extLst>
          </p:cNvPr>
          <p:cNvSpPr/>
          <p:nvPr/>
        </p:nvSpPr>
        <p:spPr>
          <a:xfrm>
            <a:off x="5594417" y="1327624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79A054-1ADB-43DA-8A79-505C5E972511}"/>
              </a:ext>
            </a:extLst>
          </p:cNvPr>
          <p:cNvSpPr txBox="1"/>
          <p:nvPr/>
        </p:nvSpPr>
        <p:spPr>
          <a:xfrm>
            <a:off x="8479854" y="349491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E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84CC3D79-F342-4CC0-AF40-41F3231F7960}"/>
              </a:ext>
            </a:extLst>
          </p:cNvPr>
          <p:cNvSpPr/>
          <p:nvPr/>
        </p:nvSpPr>
        <p:spPr>
          <a:xfrm>
            <a:off x="6597585" y="2466647"/>
            <a:ext cx="866274" cy="731520"/>
          </a:xfrm>
          <a:prstGeom prst="mathMultiply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2642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8FF8FE-6E12-4804-9148-DB55DB499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401" y="544175"/>
            <a:ext cx="7661197" cy="58030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3972DB-0414-4C34-B43C-CB7FAFC9F1C4}"/>
              </a:ext>
            </a:extLst>
          </p:cNvPr>
          <p:cNvSpPr txBox="1"/>
          <p:nvPr/>
        </p:nvSpPr>
        <p:spPr>
          <a:xfrm>
            <a:off x="8479857" y="4851935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A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2BB55478-C051-4077-8505-F8E34B43BAF0}"/>
              </a:ext>
            </a:extLst>
          </p:cNvPr>
          <p:cNvSpPr/>
          <p:nvPr/>
        </p:nvSpPr>
        <p:spPr>
          <a:xfrm>
            <a:off x="2415941" y="238973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FD476-1939-4213-A500-FC3C1580402E}"/>
              </a:ext>
            </a:extLst>
          </p:cNvPr>
          <p:cNvSpPr txBox="1"/>
          <p:nvPr/>
        </p:nvSpPr>
        <p:spPr>
          <a:xfrm>
            <a:off x="4114800" y="5868870"/>
            <a:ext cx="284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A, B, S, C, D, E, H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DED575CC-89B1-41A2-9503-5315213AD225}"/>
              </a:ext>
            </a:extLst>
          </p:cNvPr>
          <p:cNvSpPr/>
          <p:nvPr/>
        </p:nvSpPr>
        <p:spPr>
          <a:xfrm>
            <a:off x="3553861" y="131277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4AAF6C-310E-46A5-88B2-B9214C460497}"/>
              </a:ext>
            </a:extLst>
          </p:cNvPr>
          <p:cNvSpPr txBox="1"/>
          <p:nvPr/>
        </p:nvSpPr>
        <p:spPr>
          <a:xfrm>
            <a:off x="8479856" y="4390270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S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90F37344-0720-4EB3-B006-5F639E9A1DA6}"/>
              </a:ext>
            </a:extLst>
          </p:cNvPr>
          <p:cNvSpPr/>
          <p:nvPr/>
        </p:nvSpPr>
        <p:spPr>
          <a:xfrm>
            <a:off x="3553861" y="3590824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8DA57-3EDF-4911-875D-9BF65D3B30CE}"/>
              </a:ext>
            </a:extLst>
          </p:cNvPr>
          <p:cNvSpPr txBox="1"/>
          <p:nvPr/>
        </p:nvSpPr>
        <p:spPr>
          <a:xfrm>
            <a:off x="8479855" y="395658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F78FB90D-B147-4D9B-8B8D-1C679C5770EB}"/>
              </a:ext>
            </a:extLst>
          </p:cNvPr>
          <p:cNvSpPr/>
          <p:nvPr/>
        </p:nvSpPr>
        <p:spPr>
          <a:xfrm>
            <a:off x="4728143" y="2466647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EE1F48D6-C1EA-47F2-AE79-439009B6C796}"/>
              </a:ext>
            </a:extLst>
          </p:cNvPr>
          <p:cNvSpPr/>
          <p:nvPr/>
        </p:nvSpPr>
        <p:spPr>
          <a:xfrm>
            <a:off x="5594417" y="1327624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79A054-1ADB-43DA-8A79-505C5E972511}"/>
              </a:ext>
            </a:extLst>
          </p:cNvPr>
          <p:cNvSpPr txBox="1"/>
          <p:nvPr/>
        </p:nvSpPr>
        <p:spPr>
          <a:xfrm>
            <a:off x="8479854" y="349491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E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84CC3D79-F342-4CC0-AF40-41F3231F7960}"/>
              </a:ext>
            </a:extLst>
          </p:cNvPr>
          <p:cNvSpPr/>
          <p:nvPr/>
        </p:nvSpPr>
        <p:spPr>
          <a:xfrm>
            <a:off x="6607208" y="2475003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E58935-92D1-47AA-852E-1B0E1E847A52}"/>
              </a:ext>
            </a:extLst>
          </p:cNvPr>
          <p:cNvSpPr txBox="1"/>
          <p:nvPr/>
        </p:nvSpPr>
        <p:spPr>
          <a:xfrm>
            <a:off x="8479854" y="3061233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H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4B9C4670-1571-4EE3-B966-7CF719A8E479}"/>
              </a:ext>
            </a:extLst>
          </p:cNvPr>
          <p:cNvSpPr/>
          <p:nvPr/>
        </p:nvSpPr>
        <p:spPr>
          <a:xfrm>
            <a:off x="6582611" y="4839542"/>
            <a:ext cx="866274" cy="731520"/>
          </a:xfrm>
          <a:prstGeom prst="mathMultiply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276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8FF8FE-6E12-4804-9148-DB55DB499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401" y="544175"/>
            <a:ext cx="7661197" cy="58030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3972DB-0414-4C34-B43C-CB7FAFC9F1C4}"/>
              </a:ext>
            </a:extLst>
          </p:cNvPr>
          <p:cNvSpPr txBox="1"/>
          <p:nvPr/>
        </p:nvSpPr>
        <p:spPr>
          <a:xfrm>
            <a:off x="8479857" y="4851935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A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2BB55478-C051-4077-8505-F8E34B43BAF0}"/>
              </a:ext>
            </a:extLst>
          </p:cNvPr>
          <p:cNvSpPr/>
          <p:nvPr/>
        </p:nvSpPr>
        <p:spPr>
          <a:xfrm>
            <a:off x="2415941" y="238973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FD476-1939-4213-A500-FC3C1580402E}"/>
              </a:ext>
            </a:extLst>
          </p:cNvPr>
          <p:cNvSpPr txBox="1"/>
          <p:nvPr/>
        </p:nvSpPr>
        <p:spPr>
          <a:xfrm>
            <a:off x="4114800" y="5868870"/>
            <a:ext cx="284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A, B, S, C, D, E, H, G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DED575CC-89B1-41A2-9503-5315213AD225}"/>
              </a:ext>
            </a:extLst>
          </p:cNvPr>
          <p:cNvSpPr/>
          <p:nvPr/>
        </p:nvSpPr>
        <p:spPr>
          <a:xfrm>
            <a:off x="3553861" y="131277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4AAF6C-310E-46A5-88B2-B9214C460497}"/>
              </a:ext>
            </a:extLst>
          </p:cNvPr>
          <p:cNvSpPr txBox="1"/>
          <p:nvPr/>
        </p:nvSpPr>
        <p:spPr>
          <a:xfrm>
            <a:off x="8479856" y="4390270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S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90F37344-0720-4EB3-B006-5F639E9A1DA6}"/>
              </a:ext>
            </a:extLst>
          </p:cNvPr>
          <p:cNvSpPr/>
          <p:nvPr/>
        </p:nvSpPr>
        <p:spPr>
          <a:xfrm>
            <a:off x="3553861" y="3590824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8DA57-3EDF-4911-875D-9BF65D3B30CE}"/>
              </a:ext>
            </a:extLst>
          </p:cNvPr>
          <p:cNvSpPr txBox="1"/>
          <p:nvPr/>
        </p:nvSpPr>
        <p:spPr>
          <a:xfrm>
            <a:off x="8479855" y="395658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F78FB90D-B147-4D9B-8B8D-1C679C5770EB}"/>
              </a:ext>
            </a:extLst>
          </p:cNvPr>
          <p:cNvSpPr/>
          <p:nvPr/>
        </p:nvSpPr>
        <p:spPr>
          <a:xfrm>
            <a:off x="4728143" y="2466647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EE1F48D6-C1EA-47F2-AE79-439009B6C796}"/>
              </a:ext>
            </a:extLst>
          </p:cNvPr>
          <p:cNvSpPr/>
          <p:nvPr/>
        </p:nvSpPr>
        <p:spPr>
          <a:xfrm>
            <a:off x="5594417" y="1327624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79A054-1ADB-43DA-8A79-505C5E972511}"/>
              </a:ext>
            </a:extLst>
          </p:cNvPr>
          <p:cNvSpPr txBox="1"/>
          <p:nvPr/>
        </p:nvSpPr>
        <p:spPr>
          <a:xfrm>
            <a:off x="8479854" y="349491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E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84CC3D79-F342-4CC0-AF40-41F3231F7960}"/>
              </a:ext>
            </a:extLst>
          </p:cNvPr>
          <p:cNvSpPr/>
          <p:nvPr/>
        </p:nvSpPr>
        <p:spPr>
          <a:xfrm>
            <a:off x="6597585" y="2442290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E58935-92D1-47AA-852E-1B0E1E847A52}"/>
              </a:ext>
            </a:extLst>
          </p:cNvPr>
          <p:cNvSpPr txBox="1"/>
          <p:nvPr/>
        </p:nvSpPr>
        <p:spPr>
          <a:xfrm>
            <a:off x="8467027" y="3061233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H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4B9C4670-1571-4EE3-B966-7CF719A8E479}"/>
              </a:ext>
            </a:extLst>
          </p:cNvPr>
          <p:cNvSpPr/>
          <p:nvPr/>
        </p:nvSpPr>
        <p:spPr>
          <a:xfrm>
            <a:off x="4420135" y="4947840"/>
            <a:ext cx="866274" cy="731520"/>
          </a:xfrm>
          <a:prstGeom prst="mathMultiply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01F42416-E61D-4B04-8FCE-9BA9F7BE4D8F}"/>
              </a:ext>
            </a:extLst>
          </p:cNvPr>
          <p:cNvSpPr/>
          <p:nvPr/>
        </p:nvSpPr>
        <p:spPr>
          <a:xfrm>
            <a:off x="6574869" y="4851935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596814-4765-4E1F-A76B-68E6456722CB}"/>
              </a:ext>
            </a:extLst>
          </p:cNvPr>
          <p:cNvSpPr txBox="1"/>
          <p:nvPr/>
        </p:nvSpPr>
        <p:spPr>
          <a:xfrm>
            <a:off x="8454200" y="2585578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G</a:t>
            </a:r>
            <a:endParaRPr lang="en-SG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339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8FF8FE-6E12-4804-9148-DB55DB499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401" y="544175"/>
            <a:ext cx="7661197" cy="58030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3972DB-0414-4C34-B43C-CB7FAFC9F1C4}"/>
              </a:ext>
            </a:extLst>
          </p:cNvPr>
          <p:cNvSpPr txBox="1"/>
          <p:nvPr/>
        </p:nvSpPr>
        <p:spPr>
          <a:xfrm>
            <a:off x="8479857" y="4851935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A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2BB55478-C051-4077-8505-F8E34B43BAF0}"/>
              </a:ext>
            </a:extLst>
          </p:cNvPr>
          <p:cNvSpPr/>
          <p:nvPr/>
        </p:nvSpPr>
        <p:spPr>
          <a:xfrm>
            <a:off x="2415941" y="238973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FD476-1939-4213-A500-FC3C1580402E}"/>
              </a:ext>
            </a:extLst>
          </p:cNvPr>
          <p:cNvSpPr txBox="1"/>
          <p:nvPr/>
        </p:nvSpPr>
        <p:spPr>
          <a:xfrm>
            <a:off x="4114800" y="5868870"/>
            <a:ext cx="3627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A, B, S, C, D, E, H, G, F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DED575CC-89B1-41A2-9503-5315213AD225}"/>
              </a:ext>
            </a:extLst>
          </p:cNvPr>
          <p:cNvSpPr/>
          <p:nvPr/>
        </p:nvSpPr>
        <p:spPr>
          <a:xfrm>
            <a:off x="3553861" y="131277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4AAF6C-310E-46A5-88B2-B9214C460497}"/>
              </a:ext>
            </a:extLst>
          </p:cNvPr>
          <p:cNvSpPr txBox="1"/>
          <p:nvPr/>
        </p:nvSpPr>
        <p:spPr>
          <a:xfrm>
            <a:off x="8479856" y="4390270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S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90F37344-0720-4EB3-B006-5F639E9A1DA6}"/>
              </a:ext>
            </a:extLst>
          </p:cNvPr>
          <p:cNvSpPr/>
          <p:nvPr/>
        </p:nvSpPr>
        <p:spPr>
          <a:xfrm>
            <a:off x="3553861" y="3590824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8DA57-3EDF-4911-875D-9BF65D3B30CE}"/>
              </a:ext>
            </a:extLst>
          </p:cNvPr>
          <p:cNvSpPr txBox="1"/>
          <p:nvPr/>
        </p:nvSpPr>
        <p:spPr>
          <a:xfrm>
            <a:off x="8479855" y="395658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F78FB90D-B147-4D9B-8B8D-1C679C5770EB}"/>
              </a:ext>
            </a:extLst>
          </p:cNvPr>
          <p:cNvSpPr/>
          <p:nvPr/>
        </p:nvSpPr>
        <p:spPr>
          <a:xfrm>
            <a:off x="4728143" y="2466647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EE1F48D6-C1EA-47F2-AE79-439009B6C796}"/>
              </a:ext>
            </a:extLst>
          </p:cNvPr>
          <p:cNvSpPr/>
          <p:nvPr/>
        </p:nvSpPr>
        <p:spPr>
          <a:xfrm>
            <a:off x="5594417" y="1327624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79A054-1ADB-43DA-8A79-505C5E972511}"/>
              </a:ext>
            </a:extLst>
          </p:cNvPr>
          <p:cNvSpPr txBox="1"/>
          <p:nvPr/>
        </p:nvSpPr>
        <p:spPr>
          <a:xfrm>
            <a:off x="8479854" y="349491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E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84CC3D79-F342-4CC0-AF40-41F3231F7960}"/>
              </a:ext>
            </a:extLst>
          </p:cNvPr>
          <p:cNvSpPr/>
          <p:nvPr/>
        </p:nvSpPr>
        <p:spPr>
          <a:xfrm>
            <a:off x="6597585" y="2442290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E58935-92D1-47AA-852E-1B0E1E847A52}"/>
              </a:ext>
            </a:extLst>
          </p:cNvPr>
          <p:cNvSpPr txBox="1"/>
          <p:nvPr/>
        </p:nvSpPr>
        <p:spPr>
          <a:xfrm>
            <a:off x="8467027" y="3061233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H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4B9C4670-1571-4EE3-B966-7CF719A8E479}"/>
              </a:ext>
            </a:extLst>
          </p:cNvPr>
          <p:cNvSpPr/>
          <p:nvPr/>
        </p:nvSpPr>
        <p:spPr>
          <a:xfrm>
            <a:off x="5458848" y="3686729"/>
            <a:ext cx="866274" cy="731520"/>
          </a:xfrm>
          <a:prstGeom prst="mathMultiply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01F42416-E61D-4B04-8FCE-9BA9F7BE4D8F}"/>
              </a:ext>
            </a:extLst>
          </p:cNvPr>
          <p:cNvSpPr/>
          <p:nvPr/>
        </p:nvSpPr>
        <p:spPr>
          <a:xfrm>
            <a:off x="6574869" y="4851935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596814-4765-4E1F-A76B-68E6456722CB}"/>
              </a:ext>
            </a:extLst>
          </p:cNvPr>
          <p:cNvSpPr txBox="1"/>
          <p:nvPr/>
        </p:nvSpPr>
        <p:spPr>
          <a:xfrm>
            <a:off x="8479854" y="2644496"/>
            <a:ext cx="651855" cy="476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G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1748DAEA-C792-485C-B418-C37747B0A4C9}"/>
              </a:ext>
            </a:extLst>
          </p:cNvPr>
          <p:cNvSpPr/>
          <p:nvPr/>
        </p:nvSpPr>
        <p:spPr>
          <a:xfrm>
            <a:off x="4444198" y="4851935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D922EB-83A7-452C-BF6E-B336FFC78985}"/>
              </a:ext>
            </a:extLst>
          </p:cNvPr>
          <p:cNvSpPr txBox="1"/>
          <p:nvPr/>
        </p:nvSpPr>
        <p:spPr>
          <a:xfrm>
            <a:off x="8467027" y="2254317"/>
            <a:ext cx="651855" cy="476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F</a:t>
            </a:r>
            <a:endParaRPr lang="en-SG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10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8FF8FE-6E12-4804-9148-DB55DB499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401" y="544175"/>
            <a:ext cx="7661197" cy="58030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3972DB-0414-4C34-B43C-CB7FAFC9F1C4}"/>
              </a:ext>
            </a:extLst>
          </p:cNvPr>
          <p:cNvSpPr txBox="1"/>
          <p:nvPr/>
        </p:nvSpPr>
        <p:spPr>
          <a:xfrm>
            <a:off x="8479857" y="4851935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strike="sngStrike" dirty="0">
                <a:solidFill>
                  <a:srgbClr val="FF0000"/>
                </a:solidFill>
              </a:rPr>
              <a:t>A</a:t>
            </a:r>
            <a:endParaRPr lang="en-SG" sz="2400" b="1" strike="sngStrike" dirty="0">
              <a:solidFill>
                <a:srgbClr val="FF0000"/>
              </a:solidFill>
            </a:endParaRPr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2BB55478-C051-4077-8505-F8E34B43BAF0}"/>
              </a:ext>
            </a:extLst>
          </p:cNvPr>
          <p:cNvSpPr/>
          <p:nvPr/>
        </p:nvSpPr>
        <p:spPr>
          <a:xfrm>
            <a:off x="2415941" y="238973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FD476-1939-4213-A500-FC3C1580402E}"/>
              </a:ext>
            </a:extLst>
          </p:cNvPr>
          <p:cNvSpPr txBox="1"/>
          <p:nvPr/>
        </p:nvSpPr>
        <p:spPr>
          <a:xfrm>
            <a:off x="4114800" y="5868870"/>
            <a:ext cx="3627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A, B, S, C, D, E, H, G, F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DED575CC-89B1-41A2-9503-5315213AD225}"/>
              </a:ext>
            </a:extLst>
          </p:cNvPr>
          <p:cNvSpPr/>
          <p:nvPr/>
        </p:nvSpPr>
        <p:spPr>
          <a:xfrm>
            <a:off x="3553861" y="1312779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4AAF6C-310E-46A5-88B2-B9214C460497}"/>
              </a:ext>
            </a:extLst>
          </p:cNvPr>
          <p:cNvSpPr txBox="1"/>
          <p:nvPr/>
        </p:nvSpPr>
        <p:spPr>
          <a:xfrm>
            <a:off x="8500175" y="4390270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strike="sngStrike" dirty="0">
                <a:solidFill>
                  <a:srgbClr val="FF0000"/>
                </a:solidFill>
              </a:rPr>
              <a:t>S</a:t>
            </a:r>
            <a:endParaRPr lang="en-SG" sz="2400" b="1" strike="sngStrike" dirty="0">
              <a:solidFill>
                <a:srgbClr val="FF0000"/>
              </a:solidFill>
            </a:endParaRPr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90F37344-0720-4EB3-B006-5F639E9A1DA6}"/>
              </a:ext>
            </a:extLst>
          </p:cNvPr>
          <p:cNvSpPr/>
          <p:nvPr/>
        </p:nvSpPr>
        <p:spPr>
          <a:xfrm>
            <a:off x="3553861" y="3590824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8DA57-3EDF-4911-875D-9BF65D3B30CE}"/>
              </a:ext>
            </a:extLst>
          </p:cNvPr>
          <p:cNvSpPr txBox="1"/>
          <p:nvPr/>
        </p:nvSpPr>
        <p:spPr>
          <a:xfrm>
            <a:off x="8479855" y="395658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strike="sngStrike" dirty="0">
                <a:solidFill>
                  <a:srgbClr val="FF0000"/>
                </a:solidFill>
              </a:rPr>
              <a:t>C</a:t>
            </a:r>
            <a:endParaRPr lang="en-SG" sz="2400" b="1" strike="sngStrike" dirty="0">
              <a:solidFill>
                <a:srgbClr val="FF0000"/>
              </a:solidFill>
            </a:endParaRPr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F78FB90D-B147-4D9B-8B8D-1C679C5770EB}"/>
              </a:ext>
            </a:extLst>
          </p:cNvPr>
          <p:cNvSpPr/>
          <p:nvPr/>
        </p:nvSpPr>
        <p:spPr>
          <a:xfrm>
            <a:off x="4728143" y="2466647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EE1F48D6-C1EA-47F2-AE79-439009B6C796}"/>
              </a:ext>
            </a:extLst>
          </p:cNvPr>
          <p:cNvSpPr/>
          <p:nvPr/>
        </p:nvSpPr>
        <p:spPr>
          <a:xfrm>
            <a:off x="5594417" y="1327624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79A054-1ADB-43DA-8A79-505C5E972511}"/>
              </a:ext>
            </a:extLst>
          </p:cNvPr>
          <p:cNvSpPr txBox="1"/>
          <p:nvPr/>
        </p:nvSpPr>
        <p:spPr>
          <a:xfrm>
            <a:off x="8479854" y="349491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strike="sngStrike" dirty="0">
                <a:solidFill>
                  <a:srgbClr val="FF0000"/>
                </a:solidFill>
              </a:rPr>
              <a:t>E</a:t>
            </a:r>
            <a:endParaRPr lang="en-SG" sz="2400" b="1" strike="sngStrike" dirty="0">
              <a:solidFill>
                <a:srgbClr val="FF0000"/>
              </a:solidFill>
            </a:endParaRPr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84CC3D79-F342-4CC0-AF40-41F3231F7960}"/>
              </a:ext>
            </a:extLst>
          </p:cNvPr>
          <p:cNvSpPr/>
          <p:nvPr/>
        </p:nvSpPr>
        <p:spPr>
          <a:xfrm>
            <a:off x="6597585" y="2442290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E58935-92D1-47AA-852E-1B0E1E847A52}"/>
              </a:ext>
            </a:extLst>
          </p:cNvPr>
          <p:cNvSpPr txBox="1"/>
          <p:nvPr/>
        </p:nvSpPr>
        <p:spPr>
          <a:xfrm>
            <a:off x="8467027" y="3061233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strike="sngStrike" dirty="0">
                <a:solidFill>
                  <a:srgbClr val="FF0000"/>
                </a:solidFill>
              </a:rPr>
              <a:t>H</a:t>
            </a:r>
            <a:endParaRPr lang="en-SG" sz="2400" b="1" strike="sngStrike" dirty="0">
              <a:solidFill>
                <a:srgbClr val="FF0000"/>
              </a:solidFill>
            </a:endParaRP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01F42416-E61D-4B04-8FCE-9BA9F7BE4D8F}"/>
              </a:ext>
            </a:extLst>
          </p:cNvPr>
          <p:cNvSpPr/>
          <p:nvPr/>
        </p:nvSpPr>
        <p:spPr>
          <a:xfrm>
            <a:off x="6574869" y="4851935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596814-4765-4E1F-A76B-68E6456722CB}"/>
              </a:ext>
            </a:extLst>
          </p:cNvPr>
          <p:cNvSpPr txBox="1"/>
          <p:nvPr/>
        </p:nvSpPr>
        <p:spPr>
          <a:xfrm>
            <a:off x="8479854" y="2644496"/>
            <a:ext cx="651855" cy="476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strike="sngStrike" dirty="0">
                <a:solidFill>
                  <a:srgbClr val="FF0000"/>
                </a:solidFill>
              </a:rPr>
              <a:t>G</a:t>
            </a:r>
            <a:endParaRPr lang="en-SG" sz="2400" b="1" strike="sngStrike" dirty="0">
              <a:solidFill>
                <a:srgbClr val="FF0000"/>
              </a:solidFill>
            </a:endParaRPr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1748DAEA-C792-485C-B418-C37747B0A4C9}"/>
              </a:ext>
            </a:extLst>
          </p:cNvPr>
          <p:cNvSpPr/>
          <p:nvPr/>
        </p:nvSpPr>
        <p:spPr>
          <a:xfrm>
            <a:off x="4444198" y="4851935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D922EB-83A7-452C-BF6E-B336FFC78985}"/>
              </a:ext>
            </a:extLst>
          </p:cNvPr>
          <p:cNvSpPr txBox="1"/>
          <p:nvPr/>
        </p:nvSpPr>
        <p:spPr>
          <a:xfrm>
            <a:off x="8467027" y="2254317"/>
            <a:ext cx="651855" cy="476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strike="sngStrike" dirty="0">
                <a:solidFill>
                  <a:srgbClr val="FF0000"/>
                </a:solidFill>
              </a:rPr>
              <a:t>F</a:t>
            </a:r>
            <a:endParaRPr lang="en-SG" sz="2400" b="1" strike="sngStrike" dirty="0">
              <a:solidFill>
                <a:srgbClr val="FF0000"/>
              </a:solidFill>
            </a:endParaRPr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6EC922D9-5608-4499-B4F3-82F5910EC038}"/>
              </a:ext>
            </a:extLst>
          </p:cNvPr>
          <p:cNvSpPr/>
          <p:nvPr/>
        </p:nvSpPr>
        <p:spPr>
          <a:xfrm>
            <a:off x="5455104" y="3674006"/>
            <a:ext cx="866274" cy="731520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99ED3-7EA2-4747-A0D4-A756C90A9193}"/>
              </a:ext>
            </a:extLst>
          </p:cNvPr>
          <p:cNvSpPr txBox="1"/>
          <p:nvPr/>
        </p:nvSpPr>
        <p:spPr>
          <a:xfrm>
            <a:off x="9495883" y="2968899"/>
            <a:ext cx="208839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All nodes in stack has no child to visit.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50646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E88077-E7D1-4332-ADA2-E99FA3475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784" y="552048"/>
            <a:ext cx="7754432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884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179</Words>
  <Application>Microsoft Office PowerPoint</Application>
  <PresentationFormat>Widescreen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Siew Leng Lim</dc:creator>
  <cp:lastModifiedBy>Siew Leng Lim</cp:lastModifiedBy>
  <cp:revision>3</cp:revision>
  <dcterms:created xsi:type="dcterms:W3CDTF">2026-06-04T03:46:42Z</dcterms:created>
  <dcterms:modified xsi:type="dcterms:W3CDTF">2026-06-04T04:11:21Z</dcterms:modified>
</cp:coreProperties>
</file>