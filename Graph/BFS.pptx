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740A-565E-46B7-B82B-AA8A40319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4E1C-F60D-440A-9078-03FABB703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6E108-E1E3-469E-9978-66DACB85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D7B8-8CB7-400B-8EAF-F92CB1B6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74A78-8AAB-47AD-AD38-EDD57B06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261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84AF-954B-4286-81B0-8928BC70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4E0F2-CA57-4EF0-829B-30D67CF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C3A1-675F-4B69-BEAC-ADAE1EA8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C08D4-1DC2-40B6-85C5-3FB1E542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EF25-76A0-4BF8-A9E5-D557829A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767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5DC0-3F3D-41A3-885A-33A55C18B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64E8-E2B8-4758-950C-574D067E2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D608B-678A-44CC-8025-390F1A90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BFAAD-68B6-43C3-AEC5-7F7F213F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5507E-49A8-4BE7-8785-67B13481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745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BBFE-5CC3-4431-A826-5A843337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1EAA-AAB2-411A-B30C-EA8F496CD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EA925-51FD-464B-A7DB-3A0F6255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1584C-5E58-4969-A559-F0CFB311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DC783-9CB7-44D4-8712-63380328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2B4AA-E8F4-4BBB-974C-AD263A08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088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2D9B-D1A6-4331-A671-9E6BF843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E456C-9DCC-4FC0-B984-E7DFF0C8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D85E3-2DA9-44A2-BE97-2437E5FB7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3F7CD-7A14-4F4D-AB5D-929BF579D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4CB79-2674-4381-B887-EC402BB6C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07B07-A5E0-4E4C-BEAE-4FA47FF9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C32D6-C3F9-48CF-A949-09783362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08A2C-8B14-4B61-933F-188FDA04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279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4418-BE90-43DD-903E-BCC7F7DF3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B9B54-8082-4505-8DEB-CCBB6E7F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E5FA0-A749-405E-AD62-C510269C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B732E-6F38-498B-A278-E506527A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130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EFC66-A04D-41FF-8B6E-096FB34D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7BC37-21D4-4BCD-805F-A7E3E124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9349-AE48-4FC8-8651-FD724CBE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051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7E4E-13E1-43D6-8910-C76949197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0554-C90B-428B-84E6-CEDC4CA2E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811DA-48B1-4A72-9366-8ED1083B7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46F09-81DC-477F-AE68-37DAAC3C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27742-7630-471E-99AE-C2CE68A9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6B18A-5C2C-4146-8AEA-69D3135F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35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B10B-A6FD-4629-8883-7A9AAC8C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BEAAF-299B-47F3-A162-7C7D269FA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C3203-65B9-49CC-83A5-D72260F2C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75C8-0EEB-4D04-A4D9-01C081F9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05C6C-19D3-4BF3-9CA2-0399DE57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7136A-8854-4A04-BC2F-815F6784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075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008B-1164-4A87-9AAC-04DE5802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2E723-5C5E-4E04-A120-FFF9ED906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DE74-E7F9-4417-ACED-523E9D5F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DD322-494F-4974-A4B3-11CDC48C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97FE-9029-4CED-99D4-3DBCF039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289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A0729A-4157-41DF-8162-55C86FC33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237BC-A6C9-4197-AD56-CFCBF26B2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F4624-202C-47E8-9B3B-2BCE0D8A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0AA80-B62A-4536-9092-BF174D45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8CFF1-3D3B-41B8-B572-C4A21A15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791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E43D1-3521-4F85-B812-DEA7A85D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50E8B-4641-4B9D-8C5B-DD50259A6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3FAE-27D3-4433-A400-11FB95033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AD22B-268C-4998-8B58-C2B743D72B98}" type="datetimeFigureOut">
              <a:rPr lang="en-SG" smtClean="0"/>
              <a:t>4 Jun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9315F-3D90-43CC-8F16-9C411234A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953D-960D-4B8E-BB35-23EB055F2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D517A-1117-4657-AF9C-EFF8AA62DEC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021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073" y="490127"/>
            <a:ext cx="7725853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4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073" y="490127"/>
            <a:ext cx="7725853" cy="5877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B9D0CB-84A9-4691-B86D-475A4282096A}"/>
              </a:ext>
            </a:extLst>
          </p:cNvPr>
          <p:cNvSpPr txBox="1"/>
          <p:nvPr/>
        </p:nvSpPr>
        <p:spPr>
          <a:xfrm>
            <a:off x="8576442" y="481373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25462" y="5832635"/>
            <a:ext cx="289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C60B6181-08BE-49ED-9D43-1CF6FC018F23}"/>
              </a:ext>
            </a:extLst>
          </p:cNvPr>
          <p:cNvSpPr/>
          <p:nvPr/>
        </p:nvSpPr>
        <p:spPr>
          <a:xfrm>
            <a:off x="2501463" y="2301765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331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B9D0CB-84A9-4691-B86D-475A4282096A}"/>
              </a:ext>
            </a:extLst>
          </p:cNvPr>
          <p:cNvSpPr txBox="1"/>
          <p:nvPr/>
        </p:nvSpPr>
        <p:spPr>
          <a:xfrm>
            <a:off x="8544911" y="378309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A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C60B6181-08BE-49ED-9D43-1CF6FC018F23}"/>
              </a:ext>
            </a:extLst>
          </p:cNvPr>
          <p:cNvSpPr/>
          <p:nvPr/>
        </p:nvSpPr>
        <p:spPr>
          <a:xfrm>
            <a:off x="3568256" y="1167438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32993" y="236482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9C016-DAB6-4692-A43A-11ED0FE2203B}"/>
              </a:ext>
            </a:extLst>
          </p:cNvPr>
          <p:cNvSpPr/>
          <p:nvPr/>
        </p:nvSpPr>
        <p:spPr>
          <a:xfrm>
            <a:off x="2233073" y="2165131"/>
            <a:ext cx="1287893" cy="1040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CDC1AC7C-E86B-4B95-922A-E1E5496BB953}"/>
              </a:ext>
            </a:extLst>
          </p:cNvPr>
          <p:cNvSpPr/>
          <p:nvPr/>
        </p:nvSpPr>
        <p:spPr>
          <a:xfrm>
            <a:off x="3647090" y="3429963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6E7D6-6182-429C-AD7D-33F16E504419}"/>
              </a:ext>
            </a:extLst>
          </p:cNvPr>
          <p:cNvSpPr txBox="1"/>
          <p:nvPr/>
        </p:nvSpPr>
        <p:spPr>
          <a:xfrm>
            <a:off x="8544911" y="423638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4EE44-6D08-45B3-8E4C-A0C6C2911BAB}"/>
              </a:ext>
            </a:extLst>
          </p:cNvPr>
          <p:cNvSpPr txBox="1"/>
          <p:nvPr/>
        </p:nvSpPr>
        <p:spPr>
          <a:xfrm>
            <a:off x="8567353" y="469805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2F5BF-130C-4B42-822F-0C5ACBDDE543}"/>
              </a:ext>
            </a:extLst>
          </p:cNvPr>
          <p:cNvSpPr txBox="1"/>
          <p:nvPr/>
        </p:nvSpPr>
        <p:spPr>
          <a:xfrm>
            <a:off x="9469768" y="3813591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Deque A</a:t>
            </a:r>
            <a:endParaRPr lang="en-SG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298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14412" y="225446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9C016-DAB6-4692-A43A-11ED0FE2203B}"/>
              </a:ext>
            </a:extLst>
          </p:cNvPr>
          <p:cNvSpPr/>
          <p:nvPr/>
        </p:nvSpPr>
        <p:spPr>
          <a:xfrm>
            <a:off x="3451248" y="1106813"/>
            <a:ext cx="1099731" cy="93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6E7D6-6182-429C-AD7D-33F16E504419}"/>
              </a:ext>
            </a:extLst>
          </p:cNvPr>
          <p:cNvSpPr txBox="1"/>
          <p:nvPr/>
        </p:nvSpPr>
        <p:spPr>
          <a:xfrm>
            <a:off x="8544911" y="423638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B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4EE44-6D08-45B3-8E4C-A0C6C2911BAB}"/>
              </a:ext>
            </a:extLst>
          </p:cNvPr>
          <p:cNvSpPr txBox="1"/>
          <p:nvPr/>
        </p:nvSpPr>
        <p:spPr>
          <a:xfrm>
            <a:off x="8567353" y="469805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2F5BF-130C-4B42-822F-0C5ACBDDE543}"/>
              </a:ext>
            </a:extLst>
          </p:cNvPr>
          <p:cNvSpPr txBox="1"/>
          <p:nvPr/>
        </p:nvSpPr>
        <p:spPr>
          <a:xfrm>
            <a:off x="9395949" y="4236385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Deque B</a:t>
            </a:r>
            <a:endParaRPr lang="en-SG" sz="2000" b="1" dirty="0">
              <a:highlight>
                <a:srgbClr val="FFFF00"/>
              </a:highlight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F37C46B5-B0AB-4C2A-9E4F-5C4B4C984D1B}"/>
              </a:ext>
            </a:extLst>
          </p:cNvPr>
          <p:cNvSpPr/>
          <p:nvPr/>
        </p:nvSpPr>
        <p:spPr>
          <a:xfrm>
            <a:off x="3623254" y="119817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BAA311E-3B2E-422A-B18F-50A970082627}"/>
              </a:ext>
            </a:extLst>
          </p:cNvPr>
          <p:cNvSpPr/>
          <p:nvPr/>
        </p:nvSpPr>
        <p:spPr>
          <a:xfrm>
            <a:off x="3623254" y="3464358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909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G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14412" y="2338552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9C016-DAB6-4692-A43A-11ED0FE2203B}"/>
              </a:ext>
            </a:extLst>
          </p:cNvPr>
          <p:cNvSpPr/>
          <p:nvPr/>
        </p:nvSpPr>
        <p:spPr>
          <a:xfrm>
            <a:off x="3435995" y="3304191"/>
            <a:ext cx="1099731" cy="93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4EE44-6D08-45B3-8E4C-A0C6C2911BAB}"/>
              </a:ext>
            </a:extLst>
          </p:cNvPr>
          <p:cNvSpPr txBox="1"/>
          <p:nvPr/>
        </p:nvSpPr>
        <p:spPr>
          <a:xfrm>
            <a:off x="8551486" y="3765589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S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2F5BF-130C-4B42-822F-0C5ACBDDE543}"/>
              </a:ext>
            </a:extLst>
          </p:cNvPr>
          <p:cNvSpPr txBox="1"/>
          <p:nvPr/>
        </p:nvSpPr>
        <p:spPr>
          <a:xfrm>
            <a:off x="9412780" y="3809009"/>
            <a:ext cx="1061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Deque S</a:t>
            </a:r>
            <a:endParaRPr lang="en-SG" sz="2000" b="1" dirty="0">
              <a:highlight>
                <a:srgbClr val="FFFF00"/>
              </a:highlight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F37C46B5-B0AB-4C2A-9E4F-5C4B4C984D1B}"/>
              </a:ext>
            </a:extLst>
          </p:cNvPr>
          <p:cNvSpPr/>
          <p:nvPr/>
        </p:nvSpPr>
        <p:spPr>
          <a:xfrm>
            <a:off x="3623254" y="119817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BAA311E-3B2E-422A-B18F-50A970082627}"/>
              </a:ext>
            </a:extLst>
          </p:cNvPr>
          <p:cNvSpPr/>
          <p:nvPr/>
        </p:nvSpPr>
        <p:spPr>
          <a:xfrm>
            <a:off x="3615183" y="3459283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70AABCC9-6C3C-4F8E-818A-BA8F6FC40AF1}"/>
              </a:ext>
            </a:extLst>
          </p:cNvPr>
          <p:cNvSpPr/>
          <p:nvPr/>
        </p:nvSpPr>
        <p:spPr>
          <a:xfrm>
            <a:off x="4755925" y="2338552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A54842E-B040-462A-BE76-B4C02512D94D}"/>
              </a:ext>
            </a:extLst>
          </p:cNvPr>
          <p:cNvSpPr/>
          <p:nvPr/>
        </p:nvSpPr>
        <p:spPr>
          <a:xfrm>
            <a:off x="4535726" y="4763227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1A7DB-666A-4089-B96A-F077F9A57435}"/>
              </a:ext>
            </a:extLst>
          </p:cNvPr>
          <p:cNvSpPr txBox="1"/>
          <p:nvPr/>
        </p:nvSpPr>
        <p:spPr>
          <a:xfrm>
            <a:off x="8555262" y="422725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1F4F64-B80C-470B-B8E0-7757D9C3E727}"/>
              </a:ext>
            </a:extLst>
          </p:cNvPr>
          <p:cNvSpPr txBox="1"/>
          <p:nvPr/>
        </p:nvSpPr>
        <p:spPr>
          <a:xfrm>
            <a:off x="8555262" y="468519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8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G, D, E, F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14412" y="2338552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9C016-DAB6-4692-A43A-11ED0FE2203B}"/>
              </a:ext>
            </a:extLst>
          </p:cNvPr>
          <p:cNvSpPr/>
          <p:nvPr/>
        </p:nvSpPr>
        <p:spPr>
          <a:xfrm>
            <a:off x="4607899" y="2219296"/>
            <a:ext cx="1099731" cy="93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F37C46B5-B0AB-4C2A-9E4F-5C4B4C984D1B}"/>
              </a:ext>
            </a:extLst>
          </p:cNvPr>
          <p:cNvSpPr/>
          <p:nvPr/>
        </p:nvSpPr>
        <p:spPr>
          <a:xfrm>
            <a:off x="3623254" y="119817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BAA311E-3B2E-422A-B18F-50A970082627}"/>
              </a:ext>
            </a:extLst>
          </p:cNvPr>
          <p:cNvSpPr/>
          <p:nvPr/>
        </p:nvSpPr>
        <p:spPr>
          <a:xfrm>
            <a:off x="3615183" y="3459283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70AABCC9-6C3C-4F8E-818A-BA8F6FC40AF1}"/>
              </a:ext>
            </a:extLst>
          </p:cNvPr>
          <p:cNvSpPr/>
          <p:nvPr/>
        </p:nvSpPr>
        <p:spPr>
          <a:xfrm>
            <a:off x="5707630" y="1177857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A54842E-B040-462A-BE76-B4C02512D94D}"/>
              </a:ext>
            </a:extLst>
          </p:cNvPr>
          <p:cNvSpPr/>
          <p:nvPr/>
        </p:nvSpPr>
        <p:spPr>
          <a:xfrm>
            <a:off x="5520372" y="3514803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1A7DB-666A-4089-B96A-F077F9A57435}"/>
              </a:ext>
            </a:extLst>
          </p:cNvPr>
          <p:cNvSpPr txBox="1"/>
          <p:nvPr/>
        </p:nvSpPr>
        <p:spPr>
          <a:xfrm>
            <a:off x="8515588" y="302576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C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1F4F64-B80C-470B-B8E0-7757D9C3E727}"/>
              </a:ext>
            </a:extLst>
          </p:cNvPr>
          <p:cNvSpPr txBox="1"/>
          <p:nvPr/>
        </p:nvSpPr>
        <p:spPr>
          <a:xfrm>
            <a:off x="8525784" y="3436766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2EDAF525-0A27-4A30-84D4-94FFEA36D373}"/>
              </a:ext>
            </a:extLst>
          </p:cNvPr>
          <p:cNvSpPr/>
          <p:nvPr/>
        </p:nvSpPr>
        <p:spPr>
          <a:xfrm>
            <a:off x="4795158" y="237986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879497A6-01B1-4426-A137-48ACAF0D42F0}"/>
              </a:ext>
            </a:extLst>
          </p:cNvPr>
          <p:cNvSpPr/>
          <p:nvPr/>
        </p:nvSpPr>
        <p:spPr>
          <a:xfrm>
            <a:off x="4505927" y="474501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23C43E-E4E3-4950-8952-8DAFCCF12A02}"/>
              </a:ext>
            </a:extLst>
          </p:cNvPr>
          <p:cNvSpPr txBox="1"/>
          <p:nvPr/>
        </p:nvSpPr>
        <p:spPr>
          <a:xfrm>
            <a:off x="9405567" y="3056545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Deque C</a:t>
            </a:r>
            <a:endParaRPr lang="en-SG" sz="2000" b="1" dirty="0">
              <a:highlight>
                <a:srgbClr val="FFFF00"/>
              </a:highlight>
            </a:endParaRPr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276E8040-7C16-42B8-A0AD-F837AA3F3E1B}"/>
              </a:ext>
            </a:extLst>
          </p:cNvPr>
          <p:cNvSpPr/>
          <p:nvPr/>
        </p:nvSpPr>
        <p:spPr>
          <a:xfrm>
            <a:off x="6595754" y="2338552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E1AF7E-9282-4C83-94CC-9AE33E701FA8}"/>
              </a:ext>
            </a:extLst>
          </p:cNvPr>
          <p:cNvSpPr txBox="1"/>
          <p:nvPr/>
        </p:nvSpPr>
        <p:spPr>
          <a:xfrm>
            <a:off x="8537582" y="3847764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053BD2-96E4-47C7-9781-645F83FC3C73}"/>
              </a:ext>
            </a:extLst>
          </p:cNvPr>
          <p:cNvSpPr txBox="1"/>
          <p:nvPr/>
        </p:nvSpPr>
        <p:spPr>
          <a:xfrm>
            <a:off x="8570668" y="427759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4B9-5082-4F34-96F5-7D88F6BE7CFF}"/>
              </a:ext>
            </a:extLst>
          </p:cNvPr>
          <p:cNvSpPr txBox="1"/>
          <p:nvPr/>
        </p:nvSpPr>
        <p:spPr>
          <a:xfrm>
            <a:off x="8574736" y="4720427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33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G, D, E, F, 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14412" y="2338552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9C016-DAB6-4692-A43A-11ED0FE2203B}"/>
              </a:ext>
            </a:extLst>
          </p:cNvPr>
          <p:cNvSpPr/>
          <p:nvPr/>
        </p:nvSpPr>
        <p:spPr>
          <a:xfrm>
            <a:off x="4292410" y="4625759"/>
            <a:ext cx="1099731" cy="93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F37C46B5-B0AB-4C2A-9E4F-5C4B4C984D1B}"/>
              </a:ext>
            </a:extLst>
          </p:cNvPr>
          <p:cNvSpPr/>
          <p:nvPr/>
        </p:nvSpPr>
        <p:spPr>
          <a:xfrm>
            <a:off x="3623254" y="119817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BAA311E-3B2E-422A-B18F-50A970082627}"/>
              </a:ext>
            </a:extLst>
          </p:cNvPr>
          <p:cNvSpPr/>
          <p:nvPr/>
        </p:nvSpPr>
        <p:spPr>
          <a:xfrm>
            <a:off x="3615183" y="3459283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A54842E-B040-462A-BE76-B4C02512D94D}"/>
              </a:ext>
            </a:extLst>
          </p:cNvPr>
          <p:cNvSpPr/>
          <p:nvPr/>
        </p:nvSpPr>
        <p:spPr>
          <a:xfrm>
            <a:off x="6620385" y="4745015"/>
            <a:ext cx="735724" cy="767256"/>
          </a:xfrm>
          <a:prstGeom prst="mathMultiply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1F4F64-B80C-470B-B8E0-7757D9C3E727}"/>
              </a:ext>
            </a:extLst>
          </p:cNvPr>
          <p:cNvSpPr txBox="1"/>
          <p:nvPr/>
        </p:nvSpPr>
        <p:spPr>
          <a:xfrm>
            <a:off x="8520234" y="295584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G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2EDAF525-0A27-4A30-84D4-94FFEA36D373}"/>
              </a:ext>
            </a:extLst>
          </p:cNvPr>
          <p:cNvSpPr/>
          <p:nvPr/>
        </p:nvSpPr>
        <p:spPr>
          <a:xfrm>
            <a:off x="4795158" y="237986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879497A6-01B1-4426-A137-48ACAF0D42F0}"/>
              </a:ext>
            </a:extLst>
          </p:cNvPr>
          <p:cNvSpPr/>
          <p:nvPr/>
        </p:nvSpPr>
        <p:spPr>
          <a:xfrm>
            <a:off x="4505927" y="474501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E1AF7E-9282-4C83-94CC-9AE33E701FA8}"/>
              </a:ext>
            </a:extLst>
          </p:cNvPr>
          <p:cNvSpPr txBox="1"/>
          <p:nvPr/>
        </p:nvSpPr>
        <p:spPr>
          <a:xfrm>
            <a:off x="8548286" y="339868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053BD2-96E4-47C7-9781-645F83FC3C73}"/>
              </a:ext>
            </a:extLst>
          </p:cNvPr>
          <p:cNvSpPr txBox="1"/>
          <p:nvPr/>
        </p:nvSpPr>
        <p:spPr>
          <a:xfrm>
            <a:off x="8574736" y="3841517"/>
            <a:ext cx="335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4B9-5082-4F34-96F5-7D88F6BE7CFF}"/>
              </a:ext>
            </a:extLst>
          </p:cNvPr>
          <p:cNvSpPr txBox="1"/>
          <p:nvPr/>
        </p:nvSpPr>
        <p:spPr>
          <a:xfrm>
            <a:off x="8584354" y="4343193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A08DC61-F563-44E9-809F-965B6AEBAF2B}"/>
              </a:ext>
            </a:extLst>
          </p:cNvPr>
          <p:cNvSpPr/>
          <p:nvPr/>
        </p:nvSpPr>
        <p:spPr>
          <a:xfrm>
            <a:off x="5707630" y="1251391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8C78DA45-D3BC-4490-87F5-FDFADD85DCAA}"/>
              </a:ext>
            </a:extLst>
          </p:cNvPr>
          <p:cNvSpPr/>
          <p:nvPr/>
        </p:nvSpPr>
        <p:spPr>
          <a:xfrm>
            <a:off x="6576662" y="237986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B106A145-D9BC-4429-90AA-F63A51B8B4CB}"/>
              </a:ext>
            </a:extLst>
          </p:cNvPr>
          <p:cNvSpPr/>
          <p:nvPr/>
        </p:nvSpPr>
        <p:spPr>
          <a:xfrm>
            <a:off x="5520372" y="3601411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378324-079C-49A6-A0EE-6003A8A5314D}"/>
              </a:ext>
            </a:extLst>
          </p:cNvPr>
          <p:cNvSpPr txBox="1"/>
          <p:nvPr/>
        </p:nvSpPr>
        <p:spPr>
          <a:xfrm>
            <a:off x="9405567" y="2955849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Deque G</a:t>
            </a:r>
            <a:endParaRPr lang="en-SG" sz="2000" b="1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6C0DA8-F231-4034-9AD8-FD4601C72B03}"/>
              </a:ext>
            </a:extLst>
          </p:cNvPr>
          <p:cNvSpPr txBox="1"/>
          <p:nvPr/>
        </p:nvSpPr>
        <p:spPr>
          <a:xfrm>
            <a:off x="8548286" y="4826039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</a:t>
            </a:r>
            <a:endParaRPr lang="en-SG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08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BE781-C20F-4BDC-9FDA-D9132D5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82" y="416555"/>
            <a:ext cx="7725853" cy="5877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6435A-5238-43FB-AF56-957AAB515580}"/>
              </a:ext>
            </a:extLst>
          </p:cNvPr>
          <p:cNvSpPr txBox="1"/>
          <p:nvPr/>
        </p:nvSpPr>
        <p:spPr>
          <a:xfrm>
            <a:off x="4095195" y="5730538"/>
            <a:ext cx="452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A, B, S, C, G, D, E, F, H</a:t>
            </a:r>
            <a:endParaRPr lang="en-SG" sz="2400" b="1" dirty="0">
              <a:solidFill>
                <a:srgbClr val="FF0000"/>
              </a:solidFill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3111A298-F8ED-46CB-B4A3-3D94BEAF2822}"/>
              </a:ext>
            </a:extLst>
          </p:cNvPr>
          <p:cNvSpPr/>
          <p:nvPr/>
        </p:nvSpPr>
        <p:spPr>
          <a:xfrm>
            <a:off x="2514412" y="2338552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F37C46B5-B0AB-4C2A-9E4F-5C4B4C984D1B}"/>
              </a:ext>
            </a:extLst>
          </p:cNvPr>
          <p:cNvSpPr/>
          <p:nvPr/>
        </p:nvSpPr>
        <p:spPr>
          <a:xfrm>
            <a:off x="3623254" y="1198179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BAA311E-3B2E-422A-B18F-50A970082627}"/>
              </a:ext>
            </a:extLst>
          </p:cNvPr>
          <p:cNvSpPr/>
          <p:nvPr/>
        </p:nvSpPr>
        <p:spPr>
          <a:xfrm>
            <a:off x="3615183" y="3459283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2EDAF525-0A27-4A30-84D4-94FFEA36D373}"/>
              </a:ext>
            </a:extLst>
          </p:cNvPr>
          <p:cNvSpPr/>
          <p:nvPr/>
        </p:nvSpPr>
        <p:spPr>
          <a:xfrm>
            <a:off x="4795158" y="237986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879497A6-01B1-4426-A137-48ACAF0D42F0}"/>
              </a:ext>
            </a:extLst>
          </p:cNvPr>
          <p:cNvSpPr/>
          <p:nvPr/>
        </p:nvSpPr>
        <p:spPr>
          <a:xfrm>
            <a:off x="4505927" y="474501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E1AF7E-9282-4C83-94CC-9AE33E701FA8}"/>
              </a:ext>
            </a:extLst>
          </p:cNvPr>
          <p:cNvSpPr txBox="1"/>
          <p:nvPr/>
        </p:nvSpPr>
        <p:spPr>
          <a:xfrm>
            <a:off x="8548286" y="339868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D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053BD2-96E4-47C7-9781-645F83FC3C73}"/>
              </a:ext>
            </a:extLst>
          </p:cNvPr>
          <p:cNvSpPr txBox="1"/>
          <p:nvPr/>
        </p:nvSpPr>
        <p:spPr>
          <a:xfrm>
            <a:off x="8574736" y="3841517"/>
            <a:ext cx="335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E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4B9-5082-4F34-96F5-7D88F6BE7CFF}"/>
              </a:ext>
            </a:extLst>
          </p:cNvPr>
          <p:cNvSpPr txBox="1"/>
          <p:nvPr/>
        </p:nvSpPr>
        <p:spPr>
          <a:xfrm>
            <a:off x="8584354" y="4343193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F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A08DC61-F563-44E9-809F-965B6AEBAF2B}"/>
              </a:ext>
            </a:extLst>
          </p:cNvPr>
          <p:cNvSpPr/>
          <p:nvPr/>
        </p:nvSpPr>
        <p:spPr>
          <a:xfrm>
            <a:off x="5707630" y="1251391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8C78DA45-D3BC-4490-87F5-FDFADD85DCAA}"/>
              </a:ext>
            </a:extLst>
          </p:cNvPr>
          <p:cNvSpPr/>
          <p:nvPr/>
        </p:nvSpPr>
        <p:spPr>
          <a:xfrm>
            <a:off x="6576662" y="237986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B106A145-D9BC-4429-90AA-F63A51B8B4CB}"/>
              </a:ext>
            </a:extLst>
          </p:cNvPr>
          <p:cNvSpPr/>
          <p:nvPr/>
        </p:nvSpPr>
        <p:spPr>
          <a:xfrm>
            <a:off x="5520372" y="3601411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6C0DA8-F231-4034-9AD8-FD4601C72B03}"/>
              </a:ext>
            </a:extLst>
          </p:cNvPr>
          <p:cNvSpPr txBox="1"/>
          <p:nvPr/>
        </p:nvSpPr>
        <p:spPr>
          <a:xfrm>
            <a:off x="8548286" y="4826039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trike="sngStrike" dirty="0">
                <a:solidFill>
                  <a:srgbClr val="FF0000"/>
                </a:solidFill>
              </a:rPr>
              <a:t>H</a:t>
            </a:r>
            <a:endParaRPr lang="en-SG" sz="2400" b="1" strike="sngStrike" dirty="0">
              <a:solidFill>
                <a:srgbClr val="FF0000"/>
              </a:solidFill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FDDE39C2-DE21-445D-B20D-6525D64FA5C9}"/>
              </a:ext>
            </a:extLst>
          </p:cNvPr>
          <p:cNvSpPr/>
          <p:nvPr/>
        </p:nvSpPr>
        <p:spPr>
          <a:xfrm>
            <a:off x="6636150" y="4745015"/>
            <a:ext cx="725214" cy="693682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2DC18-CFB4-42A8-83A3-AA7FBE3C9393}"/>
              </a:ext>
            </a:extLst>
          </p:cNvPr>
          <p:cNvSpPr txBox="1"/>
          <p:nvPr/>
        </p:nvSpPr>
        <p:spPr>
          <a:xfrm>
            <a:off x="9321957" y="3429000"/>
            <a:ext cx="24673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highlight>
                  <a:srgbClr val="FFFF00"/>
                </a:highlight>
              </a:rPr>
              <a:t>Deque all the nodes</a:t>
            </a:r>
            <a:r>
              <a:rPr lang="en-SG" sz="2000" b="1" dirty="0">
                <a:highlight>
                  <a:srgbClr val="FFFF00"/>
                </a:highlight>
              </a:rPr>
              <a:t> in stack which has no child. </a:t>
            </a:r>
            <a:endParaRPr lang="en-US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9652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2B33D-EE75-4D2E-8463-FBD683A7B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930" y="427412"/>
            <a:ext cx="7642139" cy="600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2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113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Siew Leng Lim</dc:creator>
  <cp:lastModifiedBy>Siew Leng Lim</cp:lastModifiedBy>
  <cp:revision>2</cp:revision>
  <dcterms:created xsi:type="dcterms:W3CDTF">2026-06-04T05:37:36Z</dcterms:created>
  <dcterms:modified xsi:type="dcterms:W3CDTF">2026-06-04T06:15:22Z</dcterms:modified>
</cp:coreProperties>
</file>